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1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Layout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Master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sp>
        <p:nvSpPr>
          <p:cNvPr id="2" name="DFM.Background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DFM.Title"/>
          <p:cNvSpPr txBox="1"/>
          <p:nvPr/>
        </p:nvSpPr>
        <p:spPr>
          <a:xfrm>
            <a:off x="432000" y="288000"/>
            <a:ext cx="11328001" cy="432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1984" b="1">
                <a:latin typeface="Inter"/>
              </a:rPr>
              <a:t>DFM-004  |  Issue</a:t>
            </a:r>
            <a:endParaRPr lang="en-US"/>
          </a:p>
        </p:txBody>
      </p:sp>
      <p:sp>
        <p:nvSpPr>
          <p:cNvPr id="4" name="DFM.View.Frame"/>
          <p:cNvSpPr/>
          <p:nvPr/>
        </p:nvSpPr>
        <p:spPr>
          <a:xfrm>
            <a:off x="432000" y="1008000"/>
            <a:ext cx="7380000" cy="5220000"/>
          </a:xfrm>
          <a:prstGeom prst="rect">
            <a:avLst/>
          </a:prstGeom>
          <a:solidFill>
            <a:srgbClr val="FFFFFF"/>
          </a:solidFill>
          <a:ln w="10800">
            <a:solidFill>
              <a:srgbClr val="111111"/>
            </a:solidFill>
          </a:ln>
        </p:spPr>
      </p:sp>
      <p:grpSp>
        <p:nvGrpSpPr>
          <p:cNvPr id="133" name="View.Front.Geometry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5" name="View.Front.Edge.BearingBlock_edge_10_segment_0_interval_0_Silhouette.1"/>
            <p:cNvSpPr/>
            <p:nvPr/>
          </p:nvSpPr>
          <p:spPr>
            <a:xfrm flipH="1" flipV="1">
              <a:off x="2600320" y="3258324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View.Front.Edge.BearingBlock_edge_10_segment_1_interval_0_Silhouette.1"/>
            <p:cNvSpPr/>
            <p:nvPr/>
          </p:nvSpPr>
          <p:spPr>
            <a:xfrm flipH="1" flipV="1">
              <a:off x="2598479" y="3245912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" name="View.Front.Edge.BearingBlock_edge_10_segment_2_interval_0_Silhouette.1"/>
            <p:cNvSpPr/>
            <p:nvPr/>
          </p:nvSpPr>
          <p:spPr>
            <a:xfrm flipH="1" flipV="1">
              <a:off x="2596735" y="3238951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" name="View.Front.Edge.BearingBlock_edge_10_segment_2_interval_1_Silhouette.1"/>
            <p:cNvSpPr/>
            <p:nvPr/>
          </p:nvSpPr>
          <p:spPr>
            <a:xfrm flipH="1" flipV="1">
              <a:off x="2596222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" name="View.Front.Edge.BearingBlock_edge_10_segment_2_interval_2_Silhouette.1"/>
            <p:cNvSpPr/>
            <p:nvPr/>
          </p:nvSpPr>
          <p:spPr>
            <a:xfrm flipH="1" flipV="1">
              <a:off x="2595430" y="3233740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" name="View.Front.Edge.BearingBlock_edge_10_segment_3_interval_0_Silhouette.1"/>
            <p:cNvSpPr/>
            <p:nvPr/>
          </p:nvSpPr>
          <p:spPr>
            <a:xfrm flipH="1" flipV="1">
              <a:off x="2591203" y="3221926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" name="View.Front.Edge.BearingBlock_edge_10_segment_4_interval_0_Silhouette.1"/>
            <p:cNvSpPr/>
            <p:nvPr/>
          </p:nvSpPr>
          <p:spPr>
            <a:xfrm flipH="1" flipV="1">
              <a:off x="2585838" y="3210582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" name="View.Front.Edge.BearingBlock_edge_10_segment_5_interval_0_Silhouette.1"/>
            <p:cNvSpPr/>
            <p:nvPr/>
          </p:nvSpPr>
          <p:spPr>
            <a:xfrm flipH="1" flipV="1">
              <a:off x="2584162" y="3207787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" name="View.Front.Edge.BearingBlock_edge_10_segment_5_interval_1_Silhouette.1"/>
            <p:cNvSpPr/>
            <p:nvPr/>
          </p:nvSpPr>
          <p:spPr>
            <a:xfrm flipH="1" flipV="1">
              <a:off x="2583076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" name="View.Front.Edge.BearingBlock_edge_10_segment_5_interval_2_Silhouette.1"/>
            <p:cNvSpPr/>
            <p:nvPr/>
          </p:nvSpPr>
          <p:spPr>
            <a:xfrm flipH="1" flipV="1">
              <a:off x="2579387" y="319982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" name="View.Front.Edge.BearingBlock_edge_10_segment_6_interval_0_Silhouette.1"/>
            <p:cNvSpPr/>
            <p:nvPr/>
          </p:nvSpPr>
          <p:spPr>
            <a:xfrm flipH="1" flipV="1">
              <a:off x="2571912" y="3189741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" name="View.Front.Edge.BearingBlock_edge_10_segment_7_interval_0_Silhouette.1"/>
            <p:cNvSpPr/>
            <p:nvPr/>
          </p:nvSpPr>
          <p:spPr>
            <a:xfrm flipH="1" flipV="1">
              <a:off x="2563485" y="318044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" name="View.Front.Edge.BearingBlock_edge_10_segment_8_interval_0_Silhouette.1"/>
            <p:cNvSpPr/>
            <p:nvPr/>
          </p:nvSpPr>
          <p:spPr>
            <a:xfrm flipH="1" flipV="1">
              <a:off x="2560409" y="3177655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" name="View.Front.Edge.BearingBlock_edge_10_segment_8_interval_1_Silhouette.1"/>
            <p:cNvSpPr/>
            <p:nvPr/>
          </p:nvSpPr>
          <p:spPr>
            <a:xfrm flipH="1" flipV="1">
              <a:off x="2554188" y="3172017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" name="View.Front.Edge.BearingBlock_edge_10_segment_9_interval_0_Silhouette.1"/>
            <p:cNvSpPr/>
            <p:nvPr/>
          </p:nvSpPr>
          <p:spPr>
            <a:xfrm flipH="1" flipV="1">
              <a:off x="2544109" y="3164542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" name="View.Front.Edge.BearingBlock_edge_10_segment_10_interval_0_Silhouette.1"/>
            <p:cNvSpPr/>
            <p:nvPr/>
          </p:nvSpPr>
          <p:spPr>
            <a:xfrm flipH="1" flipV="1">
              <a:off x="2538070" y="316092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" name="View.Front.Edge.BearingBlock_edge_10_segment_10_interval_1_Silhouette.1"/>
            <p:cNvSpPr/>
            <p:nvPr/>
          </p:nvSpPr>
          <p:spPr>
            <a:xfrm flipH="1" flipV="1">
              <a:off x="2537954" y="3160853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" name="View.Front.Edge.BearingBlock_edge_10_segment_10_interval_2_Silhouette.1"/>
            <p:cNvSpPr/>
            <p:nvPr/>
          </p:nvSpPr>
          <p:spPr>
            <a:xfrm flipH="1" flipV="1">
              <a:off x="2536142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" name="View.Front.Edge.BearingBlock_edge_10_segment_10_interval_3_Silhouette.1"/>
            <p:cNvSpPr/>
            <p:nvPr/>
          </p:nvSpPr>
          <p:spPr>
            <a:xfrm flipH="1" flipV="1">
              <a:off x="2535161" y="3159179"/>
              <a:ext cx="981" cy="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" name="View.Front.Edge.BearingBlock_edge_10_segment_10_interval_4_Silhouette.1"/>
            <p:cNvSpPr/>
            <p:nvPr/>
          </p:nvSpPr>
          <p:spPr>
            <a:xfrm flipH="1" flipV="1">
              <a:off x="2533346" y="3158091"/>
              <a:ext cx="1815" cy="10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" name="View.Front.Edge.BearingBlock_edge_10_segment_11_interval_0_Silhouette.1"/>
            <p:cNvSpPr/>
            <p:nvPr/>
          </p:nvSpPr>
          <p:spPr>
            <a:xfrm flipH="1" flipV="1">
              <a:off x="2529396" y="3156223"/>
              <a:ext cx="3950" cy="18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" name="View.Front.Edge.BearingBlock_edge_10_segment_11_interval_1_Silhouette.1"/>
            <p:cNvSpPr/>
            <p:nvPr/>
          </p:nvSpPr>
          <p:spPr>
            <a:xfrm flipH="1" flipV="1">
              <a:off x="2522003" y="3152726"/>
              <a:ext cx="7394" cy="34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" name="View.Front.Edge.BearingBlock_edge_10_segment_12_interval_0_Silhouette.1"/>
            <p:cNvSpPr/>
            <p:nvPr/>
          </p:nvSpPr>
          <p:spPr>
            <a:xfrm flipH="1" flipV="1">
              <a:off x="2510188" y="3148499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" name="View.Front.Edge.BearingBlock_edge_10_segment_13_interval_0_Silhouette.1"/>
            <p:cNvSpPr/>
            <p:nvPr/>
          </p:nvSpPr>
          <p:spPr>
            <a:xfrm flipH="1" flipV="1">
              <a:off x="2507027" y="3147707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" name="View.Front.Edge.BearingBlock_edge_10_segment_13_interval_1_Silhouette.1"/>
            <p:cNvSpPr/>
            <p:nvPr/>
          </p:nvSpPr>
          <p:spPr>
            <a:xfrm flipH="1" flipV="1">
              <a:off x="2504978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" name="View.Front.Edge.BearingBlock_edge_10_segment_13_interval_2_Silhouette.1"/>
            <p:cNvSpPr/>
            <p:nvPr/>
          </p:nvSpPr>
          <p:spPr>
            <a:xfrm flipH="1" flipV="1">
              <a:off x="2498017" y="3145450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" name="View.Front.Edge.BearingBlock_edge_10_segment_14_interval_0_Silhouette.1"/>
            <p:cNvSpPr/>
            <p:nvPr/>
          </p:nvSpPr>
          <p:spPr>
            <a:xfrm flipH="1" flipV="1">
              <a:off x="2485604" y="3143609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" name="View.Front.Edge.BearingBlock_edge_10_segment_15_interval_0_Silhouette.1"/>
            <p:cNvSpPr/>
            <p:nvPr/>
          </p:nvSpPr>
          <p:spPr>
            <a:xfrm flipH="1" flipV="1">
              <a:off x="2473071" y="3142993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" name="View.Front.Edge.BearingBlock_edge_10_segment_16_interval_0_Silhouette.1"/>
            <p:cNvSpPr/>
            <p:nvPr/>
          </p:nvSpPr>
          <p:spPr>
            <a:xfrm flipH="1">
              <a:off x="2460539" y="3142993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" name="View.Front.Edge.BearingBlock_edge_10_segment_17_interval_0_Silhouette.1"/>
            <p:cNvSpPr/>
            <p:nvPr/>
          </p:nvSpPr>
          <p:spPr>
            <a:xfrm flipH="1">
              <a:off x="2448126" y="3143609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" name="View.Front.Edge.BearingBlock_edge_10_segment_18_interval_0_Silhouette.1"/>
            <p:cNvSpPr/>
            <p:nvPr/>
          </p:nvSpPr>
          <p:spPr>
            <a:xfrm flipH="1">
              <a:off x="2441165" y="3145450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" name="View.Front.Edge.BearingBlock_edge_10_segment_18_interval_1_Silhouette.1"/>
            <p:cNvSpPr/>
            <p:nvPr/>
          </p:nvSpPr>
          <p:spPr>
            <a:xfrm flipH="1">
              <a:off x="2439116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" name="View.Front.Edge.BearingBlock_edge_10_segment_18_interval_2_Silhouette.1"/>
            <p:cNvSpPr/>
            <p:nvPr/>
          </p:nvSpPr>
          <p:spPr>
            <a:xfrm flipH="1">
              <a:off x="2435954" y="3147707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" name="View.Front.Edge.BearingBlock_edge_10_segment_19_interval_0_Silhouette.1"/>
            <p:cNvSpPr/>
            <p:nvPr/>
          </p:nvSpPr>
          <p:spPr>
            <a:xfrm flipH="1">
              <a:off x="2424140" y="3148499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" name="View.Front.Edge.BearingBlock_edge_10_segment_20_interval_0_Silhouette.1"/>
            <p:cNvSpPr/>
            <p:nvPr/>
          </p:nvSpPr>
          <p:spPr>
            <a:xfrm flipH="1">
              <a:off x="2412797" y="3152726"/>
              <a:ext cx="11343" cy="53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" name="View.Front.Edge.BearingBlock_edge_10_segment_21_interval_0_Silhouette.1"/>
            <p:cNvSpPr/>
            <p:nvPr/>
          </p:nvSpPr>
          <p:spPr>
            <a:xfrm flipH="1">
              <a:off x="2410001" y="3158091"/>
              <a:ext cx="2795" cy="16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" name="View.Front.Edge.BearingBlock_edge_10_segment_21_interval_1_Silhouette.1"/>
            <p:cNvSpPr/>
            <p:nvPr/>
          </p:nvSpPr>
          <p:spPr>
            <a:xfrm flipH="1">
              <a:off x="2408189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" name="View.Front.Edge.BearingBlock_edge_10_segment_21_interval_2_Silhouette.1"/>
            <p:cNvSpPr/>
            <p:nvPr/>
          </p:nvSpPr>
          <p:spPr>
            <a:xfrm flipH="1">
              <a:off x="2408073" y="3160853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" name="View.Front.Edge.BearingBlock_edge_10_segment_21_interval_3_Silhouette.1"/>
            <p:cNvSpPr/>
            <p:nvPr/>
          </p:nvSpPr>
          <p:spPr>
            <a:xfrm flipH="1">
              <a:off x="2402034" y="316092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" name="View.Front.Edge.BearingBlock_edge_10_segment_22_interval_0_Silhouette.1"/>
            <p:cNvSpPr/>
            <p:nvPr/>
          </p:nvSpPr>
          <p:spPr>
            <a:xfrm flipH="1">
              <a:off x="2391955" y="3164542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" name="View.Front.Edge.BearingBlock_edge_10_segment_23_interval_0_Silhouette.1"/>
            <p:cNvSpPr/>
            <p:nvPr/>
          </p:nvSpPr>
          <p:spPr>
            <a:xfrm flipH="1">
              <a:off x="2385734" y="3172017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" name="View.Front.Edge.BearingBlock_edge_10_segment_23_interval_1_Silhouette.1"/>
            <p:cNvSpPr/>
            <p:nvPr/>
          </p:nvSpPr>
          <p:spPr>
            <a:xfrm flipH="1">
              <a:off x="2382658" y="3177655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" name="View.Front.Edge.BearingBlock_edge_10_segment_24_interval_0_Silhouette.1"/>
            <p:cNvSpPr/>
            <p:nvPr/>
          </p:nvSpPr>
          <p:spPr>
            <a:xfrm flipH="1">
              <a:off x="2374231" y="318044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" name="View.Front.Edge.BearingBlock_edge_10_segment_25_interval_0_Silhouette.1"/>
            <p:cNvSpPr/>
            <p:nvPr/>
          </p:nvSpPr>
          <p:spPr>
            <a:xfrm flipH="1">
              <a:off x="2366756" y="3189741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" name="View.Front.Edge.BearingBlock_edge_10_segment_26_interval_0_Silhouette.1"/>
            <p:cNvSpPr/>
            <p:nvPr/>
          </p:nvSpPr>
          <p:spPr>
            <a:xfrm flipH="1">
              <a:off x="2363067" y="319982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" name="View.Front.Edge.BearingBlock_edge_10_segment_26_interval_1_Silhouette.1"/>
            <p:cNvSpPr/>
            <p:nvPr/>
          </p:nvSpPr>
          <p:spPr>
            <a:xfrm flipH="1">
              <a:off x="2361981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" name="View.Front.Edge.BearingBlock_edge_10_segment_26_interval_2_Silhouette.1"/>
            <p:cNvSpPr/>
            <p:nvPr/>
          </p:nvSpPr>
          <p:spPr>
            <a:xfrm flipH="1">
              <a:off x="2360305" y="3207787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" name="View.Front.Edge.BearingBlock_edge_10_segment_27_interval_0_Silhouette.1"/>
            <p:cNvSpPr/>
            <p:nvPr/>
          </p:nvSpPr>
          <p:spPr>
            <a:xfrm flipH="1">
              <a:off x="2354940" y="3210582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" name="View.Front.Edge.BearingBlock_edge_10_segment_28_interval_0_Silhouette.1"/>
            <p:cNvSpPr/>
            <p:nvPr/>
          </p:nvSpPr>
          <p:spPr>
            <a:xfrm flipH="1">
              <a:off x="2350713" y="3221926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" name="View.Front.Edge.BearingBlock_edge_10_segment_29_interval_0_Silhouette.1"/>
            <p:cNvSpPr/>
            <p:nvPr/>
          </p:nvSpPr>
          <p:spPr>
            <a:xfrm flipH="1">
              <a:off x="2349921" y="3233740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" name="View.Front.Edge.BearingBlock_edge_10_segment_29_interval_1_Silhouette.1"/>
            <p:cNvSpPr/>
            <p:nvPr/>
          </p:nvSpPr>
          <p:spPr>
            <a:xfrm flipH="1">
              <a:off x="2349408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" name="View.Front.Edge.BearingBlock_edge_10_segment_29_interval_2_Silhouette.1"/>
            <p:cNvSpPr/>
            <p:nvPr/>
          </p:nvSpPr>
          <p:spPr>
            <a:xfrm flipH="1">
              <a:off x="2347664" y="3238951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" name="View.Front.Edge.BearingBlock_edge_10_segment_30_interval_0_Silhouette.1"/>
            <p:cNvSpPr/>
            <p:nvPr/>
          </p:nvSpPr>
          <p:spPr>
            <a:xfrm flipH="1">
              <a:off x="2345823" y="3245912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" name="View.Front.Edge.BearingBlock_edge_10_segment_31_interval_0_Silhouette.1"/>
            <p:cNvSpPr/>
            <p:nvPr/>
          </p:nvSpPr>
          <p:spPr>
            <a:xfrm flipH="1">
              <a:off x="2345207" y="3258324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" name="View.Front.Edge.BearingBlock_edge_10_segment_32_interval_0_Silhouette.1"/>
            <p:cNvSpPr/>
            <p:nvPr/>
          </p:nvSpPr>
          <p:spPr>
            <a:xfrm>
              <a:off x="2345207" y="3270857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" name="View.Front.Edge.BearingBlock_edge_10_segment_33_interval_0_Silhouette.1"/>
            <p:cNvSpPr/>
            <p:nvPr/>
          </p:nvSpPr>
          <p:spPr>
            <a:xfrm>
              <a:off x="2345823" y="3283390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" name="View.Front.Edge.BearingBlock_edge_10_segment_34_interval_0_Silhouette.1"/>
            <p:cNvSpPr/>
            <p:nvPr/>
          </p:nvSpPr>
          <p:spPr>
            <a:xfrm>
              <a:off x="2347664" y="3295802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" name="View.Front.Edge.BearingBlock_edge_10_segment_34_interval_1_Silhouette.1"/>
            <p:cNvSpPr/>
            <p:nvPr/>
          </p:nvSpPr>
          <p:spPr>
            <a:xfrm>
              <a:off x="2349408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" name="View.Front.Edge.BearingBlock_edge_10_segment_34_interval_2_Silhouette.1"/>
            <p:cNvSpPr/>
            <p:nvPr/>
          </p:nvSpPr>
          <p:spPr>
            <a:xfrm>
              <a:off x="2349921" y="3304813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" name="View.Front.Edge.BearingBlock_edge_10_segment_35_interval_0_Silhouette.1"/>
            <p:cNvSpPr/>
            <p:nvPr/>
          </p:nvSpPr>
          <p:spPr>
            <a:xfrm>
              <a:off x="2350713" y="3307974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" name="View.Front.Edge.BearingBlock_edge_10_segment_36_interval_0_Silhouette.1"/>
            <p:cNvSpPr/>
            <p:nvPr/>
          </p:nvSpPr>
          <p:spPr>
            <a:xfrm>
              <a:off x="2354940" y="3319789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" name="View.Front.Edge.BearingBlock_edge_10_segment_37_interval_0_Silhouette.1"/>
            <p:cNvSpPr/>
            <p:nvPr/>
          </p:nvSpPr>
          <p:spPr>
            <a:xfrm>
              <a:off x="2360305" y="3331132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" name="View.Front.Edge.BearingBlock_edge_10_segment_37_interval_1_Silhouette.1"/>
            <p:cNvSpPr/>
            <p:nvPr/>
          </p:nvSpPr>
          <p:spPr>
            <a:xfrm>
              <a:off x="2361981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" name="View.Front.Edge.BearingBlock_edge_10_segment_37_interval_2_Silhouette.1"/>
            <p:cNvSpPr/>
            <p:nvPr/>
          </p:nvSpPr>
          <p:spPr>
            <a:xfrm>
              <a:off x="2363067" y="333574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" name="View.Front.Edge.BearingBlock_edge_10_segment_38_interval_0_Silhouette.1"/>
            <p:cNvSpPr/>
            <p:nvPr/>
          </p:nvSpPr>
          <p:spPr>
            <a:xfrm>
              <a:off x="2366756" y="3341895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" name="View.Front.Edge.BearingBlock_edge_10_segment_39_interval_0_Silhouette.1"/>
            <p:cNvSpPr/>
            <p:nvPr/>
          </p:nvSpPr>
          <p:spPr>
            <a:xfrm>
              <a:off x="2374231" y="335197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" name="View.Front.Edge.BearingBlock_edge_10_segment_40_interval_0_Silhouette.1"/>
            <p:cNvSpPr/>
            <p:nvPr/>
          </p:nvSpPr>
          <p:spPr>
            <a:xfrm>
              <a:off x="2382658" y="3361271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" name="View.Front.Edge.BearingBlock_edge_10_segment_40_interval_1_Silhouette.1"/>
            <p:cNvSpPr/>
            <p:nvPr/>
          </p:nvSpPr>
          <p:spPr>
            <a:xfrm>
              <a:off x="2385734" y="3364059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" name="View.Front.Edge.BearingBlock_edge_10_segment_41_interval_0_Silhouette.1"/>
            <p:cNvSpPr/>
            <p:nvPr/>
          </p:nvSpPr>
          <p:spPr>
            <a:xfrm>
              <a:off x="2391955" y="3369698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" name="View.Front.Edge.BearingBlock_edge_10_segment_42_interval_0_Silhouette.1"/>
            <p:cNvSpPr/>
            <p:nvPr/>
          </p:nvSpPr>
          <p:spPr>
            <a:xfrm>
              <a:off x="2402034" y="337717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" name="View.Front.Edge.BearingBlock_edge_10_segment_42_interval_1_Silhouette.1"/>
            <p:cNvSpPr/>
            <p:nvPr/>
          </p:nvSpPr>
          <p:spPr>
            <a:xfrm>
              <a:off x="2408073" y="3380792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" name="View.Front.Edge.BearingBlock_edge_10_segment_42_interval_2_Silhouette.1"/>
            <p:cNvSpPr/>
            <p:nvPr/>
          </p:nvSpPr>
          <p:spPr>
            <a:xfrm>
              <a:off x="2408189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" name="View.Front.Edge.BearingBlock_edge_10_segment_42_interval_3_Silhouette.1"/>
            <p:cNvSpPr/>
            <p:nvPr/>
          </p:nvSpPr>
          <p:spPr>
            <a:xfrm>
              <a:off x="2410001" y="3381948"/>
              <a:ext cx="2795" cy="16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" name="View.Front.Edge.BearingBlock_edge_10_segment_43_interval_0_Silhouette.1"/>
            <p:cNvSpPr/>
            <p:nvPr/>
          </p:nvSpPr>
          <p:spPr>
            <a:xfrm>
              <a:off x="2412797" y="3383623"/>
              <a:ext cx="11343" cy="53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" name="View.Front.Edge.BearingBlock_edge_10_segment_44_interval_0_Silhouette.1"/>
            <p:cNvSpPr/>
            <p:nvPr/>
          </p:nvSpPr>
          <p:spPr>
            <a:xfrm>
              <a:off x="2424140" y="3388988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" name="View.Front.Edge.BearingBlock_edge_10_segment_45_interval_0_Silhouette.1"/>
            <p:cNvSpPr/>
            <p:nvPr/>
          </p:nvSpPr>
          <p:spPr>
            <a:xfrm>
              <a:off x="2435954" y="3393216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" name="View.Front.Edge.BearingBlock_edge_10_segment_45_interval_1_Silhouette.1"/>
            <p:cNvSpPr/>
            <p:nvPr/>
          </p:nvSpPr>
          <p:spPr>
            <a:xfrm>
              <a:off x="2439116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2" name="View.Front.Edge.BearingBlock_edge_10_segment_45_interval_2_Silhouette.1"/>
            <p:cNvSpPr/>
            <p:nvPr/>
          </p:nvSpPr>
          <p:spPr>
            <a:xfrm>
              <a:off x="2441165" y="3394521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3" name="View.Front.Edge.BearingBlock_edge_10_segment_46_interval_0_Silhouette.1"/>
            <p:cNvSpPr/>
            <p:nvPr/>
          </p:nvSpPr>
          <p:spPr>
            <a:xfrm>
              <a:off x="2448126" y="3396265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4" name="View.Front.Edge.BearingBlock_edge_10_segment_47_interval_0_Silhouette.1"/>
            <p:cNvSpPr/>
            <p:nvPr/>
          </p:nvSpPr>
          <p:spPr>
            <a:xfrm>
              <a:off x="2460539" y="3398106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5" name="View.Front.Edge.BearingBlock_edge_10_segment_48_interval_0_Silhouette.1"/>
            <p:cNvSpPr/>
            <p:nvPr/>
          </p:nvSpPr>
          <p:spPr>
            <a:xfrm flipV="1">
              <a:off x="2473071" y="3398106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6" name="View.Front.Edge.BearingBlock_edge_10_segment_49_interval_0_Silhouette.1"/>
            <p:cNvSpPr/>
            <p:nvPr/>
          </p:nvSpPr>
          <p:spPr>
            <a:xfrm flipV="1">
              <a:off x="2485604" y="3396265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7" name="View.Front.Edge.BearingBlock_edge_10_segment_50_interval_0_Silhouette.1"/>
            <p:cNvSpPr/>
            <p:nvPr/>
          </p:nvSpPr>
          <p:spPr>
            <a:xfrm flipV="1">
              <a:off x="2498017" y="3394521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8" name="View.Front.Edge.BearingBlock_edge_10_segment_50_interval_1_Silhouette.1"/>
            <p:cNvSpPr/>
            <p:nvPr/>
          </p:nvSpPr>
          <p:spPr>
            <a:xfrm flipV="1">
              <a:off x="2504978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9" name="View.Front.Edge.BearingBlock_edge_10_segment_50_interval_2_Silhouette.1"/>
            <p:cNvSpPr/>
            <p:nvPr/>
          </p:nvSpPr>
          <p:spPr>
            <a:xfrm flipV="1">
              <a:off x="2507027" y="3393216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0" name="View.Front.Edge.BearingBlock_edge_10_segment_51_interval_0_Silhouette.1"/>
            <p:cNvSpPr/>
            <p:nvPr/>
          </p:nvSpPr>
          <p:spPr>
            <a:xfrm flipV="1">
              <a:off x="2510188" y="3388988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1" name="View.Front.Edge.BearingBlock_edge_10_segment_52_interval_0_Silhouette.1"/>
            <p:cNvSpPr/>
            <p:nvPr/>
          </p:nvSpPr>
          <p:spPr>
            <a:xfrm flipV="1">
              <a:off x="2522003" y="3385491"/>
              <a:ext cx="7394" cy="34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2" name="View.Front.Edge.BearingBlock_edge_10_segment_52_interval_1_Silhouette.1"/>
            <p:cNvSpPr/>
            <p:nvPr/>
          </p:nvSpPr>
          <p:spPr>
            <a:xfrm flipV="1">
              <a:off x="2529396" y="3383623"/>
              <a:ext cx="3950" cy="18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3" name="View.Front.Edge.BearingBlock_edge_10_segment_53_interval_0_Silhouette.1"/>
            <p:cNvSpPr/>
            <p:nvPr/>
          </p:nvSpPr>
          <p:spPr>
            <a:xfrm flipV="1">
              <a:off x="2533346" y="3382536"/>
              <a:ext cx="1815" cy="10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4" name="View.Front.Edge.BearingBlock_edge_10_segment_53_interval_1_Silhouette.1"/>
            <p:cNvSpPr/>
            <p:nvPr/>
          </p:nvSpPr>
          <p:spPr>
            <a:xfrm flipV="1">
              <a:off x="2535161" y="3381948"/>
              <a:ext cx="981" cy="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5" name="View.Front.Edge.BearingBlock_edge_10_segment_53_interval_2_Silhouette.1"/>
            <p:cNvSpPr/>
            <p:nvPr/>
          </p:nvSpPr>
          <p:spPr>
            <a:xfrm flipV="1">
              <a:off x="2536142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6" name="View.Front.Edge.BearingBlock_edge_10_segment_53_interval_3_Silhouette.1"/>
            <p:cNvSpPr/>
            <p:nvPr/>
          </p:nvSpPr>
          <p:spPr>
            <a:xfrm flipV="1">
              <a:off x="2537954" y="3380792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7" name="View.Front.Edge.BearingBlock_edge_10_segment_53_interval_4_Silhouette.1"/>
            <p:cNvSpPr/>
            <p:nvPr/>
          </p:nvSpPr>
          <p:spPr>
            <a:xfrm flipV="1">
              <a:off x="2538070" y="337717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8" name="View.Front.Edge.BearingBlock_edge_10_segment_54_interval_0_Silhouette.1"/>
            <p:cNvSpPr/>
            <p:nvPr/>
          </p:nvSpPr>
          <p:spPr>
            <a:xfrm flipV="1">
              <a:off x="2544109" y="3369698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9" name="View.Front.Edge.BearingBlock_edge_10_segment_55_interval_0_Silhouette.1"/>
            <p:cNvSpPr/>
            <p:nvPr/>
          </p:nvSpPr>
          <p:spPr>
            <a:xfrm flipV="1">
              <a:off x="2554188" y="3364059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0" name="View.Front.Edge.BearingBlock_edge_10_segment_55_interval_1_Silhouette.1"/>
            <p:cNvSpPr/>
            <p:nvPr/>
          </p:nvSpPr>
          <p:spPr>
            <a:xfrm flipV="1">
              <a:off x="2560409" y="3361271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1" name="View.Front.Edge.BearingBlock_edge_10_segment_56_interval_0_Silhouette.1"/>
            <p:cNvSpPr/>
            <p:nvPr/>
          </p:nvSpPr>
          <p:spPr>
            <a:xfrm flipV="1">
              <a:off x="2563485" y="335197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2" name="View.Front.Edge.BearingBlock_edge_10_segment_57_interval_0_Silhouette.1"/>
            <p:cNvSpPr/>
            <p:nvPr/>
          </p:nvSpPr>
          <p:spPr>
            <a:xfrm flipV="1">
              <a:off x="2571912" y="3341895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3" name="View.Front.Edge.BearingBlock_edge_10_segment_58_interval_0_Silhouette.1"/>
            <p:cNvSpPr/>
            <p:nvPr/>
          </p:nvSpPr>
          <p:spPr>
            <a:xfrm flipV="1">
              <a:off x="2579387" y="333574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4" name="View.Front.Edge.BearingBlock_edge_10_segment_58_interval_1_Silhouette.1"/>
            <p:cNvSpPr/>
            <p:nvPr/>
          </p:nvSpPr>
          <p:spPr>
            <a:xfrm flipV="1">
              <a:off x="2583076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5" name="View.Front.Edge.BearingBlock_edge_10_segment_58_interval_2_Silhouette.1"/>
            <p:cNvSpPr/>
            <p:nvPr/>
          </p:nvSpPr>
          <p:spPr>
            <a:xfrm flipV="1">
              <a:off x="2584162" y="3331132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6" name="View.Front.Edge.BearingBlock_edge_10_segment_59_interval_0_Silhouette.1"/>
            <p:cNvSpPr/>
            <p:nvPr/>
          </p:nvSpPr>
          <p:spPr>
            <a:xfrm flipV="1">
              <a:off x="2585838" y="3319789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7" name="View.Front.Edge.BearingBlock_edge_10_segment_60_interval_0_Silhouette.1"/>
            <p:cNvSpPr/>
            <p:nvPr/>
          </p:nvSpPr>
          <p:spPr>
            <a:xfrm flipV="1">
              <a:off x="2591203" y="3307974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8" name="View.Front.Edge.BearingBlock_edge_10_segment_61_interval_0_Silhouette.1"/>
            <p:cNvSpPr/>
            <p:nvPr/>
          </p:nvSpPr>
          <p:spPr>
            <a:xfrm flipV="1">
              <a:off x="2595430" y="3304813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9" name="View.Front.Edge.BearingBlock_edge_10_segment_61_interval_1_Silhouette.1"/>
            <p:cNvSpPr/>
            <p:nvPr/>
          </p:nvSpPr>
          <p:spPr>
            <a:xfrm flipV="1">
              <a:off x="2596222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0" name="View.Front.Edge.BearingBlock_edge_10_segment_61_interval_2_Silhouette.1"/>
            <p:cNvSpPr/>
            <p:nvPr/>
          </p:nvSpPr>
          <p:spPr>
            <a:xfrm flipV="1">
              <a:off x="2596735" y="3295802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1" name="View.Front.Edge.BearingBlock_edge_10_segment_62_interval_0_Silhouette.1"/>
            <p:cNvSpPr/>
            <p:nvPr/>
          </p:nvSpPr>
          <p:spPr>
            <a:xfrm flipV="1">
              <a:off x="2598479" y="3283390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2" name="View.Front.Edge.BearingBlock_edge_10_segment_63_interval_0_Silhouette.1"/>
            <p:cNvSpPr/>
            <p:nvPr/>
          </p:nvSpPr>
          <p:spPr>
            <a:xfrm flipV="1">
              <a:off x="2600320" y="3270857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3" name="View.Front.Edge.BearingBlock_edge_5_segment_2_interval_1_Silhouette.1"/>
            <p:cNvSpPr/>
            <p:nvPr/>
          </p:nvSpPr>
          <p:spPr>
            <a:xfrm flipH="1" flipV="1">
              <a:off x="2596222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4" name="View.Front.Edge.BearingBlock_edge_5_segment_5_interval_1_Silhouette.1"/>
            <p:cNvSpPr/>
            <p:nvPr/>
          </p:nvSpPr>
          <p:spPr>
            <a:xfrm flipH="1" flipV="1">
              <a:off x="2583076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5" name="View.Front.Edge.BearingBlock_edge_5_segment_10_interval_2_Silhouette.1"/>
            <p:cNvSpPr/>
            <p:nvPr/>
          </p:nvSpPr>
          <p:spPr>
            <a:xfrm flipH="1" flipV="1">
              <a:off x="2536142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6" name="View.Front.Edge.BearingBlock_edge_5_segment_13_interval_1_Silhouette.1"/>
            <p:cNvSpPr/>
            <p:nvPr/>
          </p:nvSpPr>
          <p:spPr>
            <a:xfrm flipH="1" flipV="1">
              <a:off x="2504978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7" name="View.Front.Edge.BearingBlock_edge_5_segment_18_interval_1_Silhouette.1"/>
            <p:cNvSpPr/>
            <p:nvPr/>
          </p:nvSpPr>
          <p:spPr>
            <a:xfrm flipH="1">
              <a:off x="2439116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8" name="View.Front.Edge.BearingBlock_edge_5_segment_21_interval_1_Silhouette.1"/>
            <p:cNvSpPr/>
            <p:nvPr/>
          </p:nvSpPr>
          <p:spPr>
            <a:xfrm flipH="1">
              <a:off x="2408189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9" name="View.Front.Edge.BearingBlock_edge_5_segment_26_interval_1_Silhouette.1"/>
            <p:cNvSpPr/>
            <p:nvPr/>
          </p:nvSpPr>
          <p:spPr>
            <a:xfrm flipH="1">
              <a:off x="2361981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0" name="View.Front.Edge.BearingBlock_edge_5_segment_29_interval_1_Silhouette.1"/>
            <p:cNvSpPr/>
            <p:nvPr/>
          </p:nvSpPr>
          <p:spPr>
            <a:xfrm flipH="1">
              <a:off x="2349408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1" name="View.Front.Edge.BearingBlock_edge_5_segment_34_interval_1_Silhouette.1"/>
            <p:cNvSpPr/>
            <p:nvPr/>
          </p:nvSpPr>
          <p:spPr>
            <a:xfrm>
              <a:off x="2349408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2" name="View.Front.Edge.BearingBlock_edge_5_segment_37_interval_1_Silhouette.1"/>
            <p:cNvSpPr/>
            <p:nvPr/>
          </p:nvSpPr>
          <p:spPr>
            <a:xfrm>
              <a:off x="2361981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3" name="View.Front.Edge.BearingBlock_edge_5_segment_42_interval_2_Silhouette.1"/>
            <p:cNvSpPr/>
            <p:nvPr/>
          </p:nvSpPr>
          <p:spPr>
            <a:xfrm>
              <a:off x="2408189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4" name="View.Front.Edge.BearingBlock_edge_5_segment_45_interval_1_Silhouette.1"/>
            <p:cNvSpPr/>
            <p:nvPr/>
          </p:nvSpPr>
          <p:spPr>
            <a:xfrm>
              <a:off x="2439116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5" name="View.Front.Edge.BearingBlock_edge_5_segment_50_interval_1_Silhouette.1"/>
            <p:cNvSpPr/>
            <p:nvPr/>
          </p:nvSpPr>
          <p:spPr>
            <a:xfrm flipV="1">
              <a:off x="2504978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6" name="View.Front.Edge.BearingBlock_edge_5_segment_53_interval_2_Silhouette.1"/>
            <p:cNvSpPr/>
            <p:nvPr/>
          </p:nvSpPr>
          <p:spPr>
            <a:xfrm flipV="1">
              <a:off x="2536142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7" name="View.Front.Edge.BearingBlock_edge_5_segment_58_interval_1_Silhouette.1"/>
            <p:cNvSpPr/>
            <p:nvPr/>
          </p:nvSpPr>
          <p:spPr>
            <a:xfrm flipV="1">
              <a:off x="2583076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8" name="View.Front.Edge.BearingBlock_edge_5_segment_61_interval_1_Silhouette.1"/>
            <p:cNvSpPr/>
            <p:nvPr/>
          </p:nvSpPr>
          <p:spPr>
            <a:xfrm flipV="1">
              <a:off x="2596222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9" name="View.Front.Edge.BearingBlock_edge_6_segment_0_interval_0_Visible.1"/>
            <p:cNvSpPr/>
            <p:nvPr/>
          </p:nvSpPr>
          <p:spPr>
            <a:xfrm>
              <a:off x="1194429" y="4070009"/>
              <a:ext cx="255728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0" name="View.Front.Edge.BearingBlock_edge_7_segment_0_interval_0_Visible.1"/>
            <p:cNvSpPr/>
            <p:nvPr/>
          </p:nvSpPr>
          <p:spPr>
            <a:xfrm flipV="1">
              <a:off x="3751714" y="2471705"/>
              <a:ext cx="36" cy="1598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1" name="View.Front.Edge.BearingBlock_edge_8_segment_0_interval_0_Visible.1"/>
            <p:cNvSpPr/>
            <p:nvPr/>
          </p:nvSpPr>
          <p:spPr>
            <a:xfrm flipH="1">
              <a:off x="1194429" y="2471705"/>
              <a:ext cx="255728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2" name="View.Front.Edge.BearingBlock_edge_9_segment_0_interval_0_Visible.1"/>
            <p:cNvSpPr/>
            <p:nvPr/>
          </p:nvSpPr>
          <p:spPr>
            <a:xfrm>
              <a:off x="1194429" y="2471705"/>
              <a:ext cx="36" cy="1598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grpSp>
        <p:nvGrpSpPr>
          <p:cNvPr id="799" name="View.ISO.Geometry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134" name="View.ISO.Edge.BearingBlock_edge_10_segment_0_interval_0_Silhouette.1"/>
            <p:cNvSpPr/>
            <p:nvPr/>
          </p:nvSpPr>
          <p:spPr>
            <a:xfrm>
              <a:off x="5692243" y="3179999"/>
              <a:ext cx="1118" cy="5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5" name="View.ISO.Edge.BearingBlock_edge_10_segment_0_interval_1_Silhouette.1"/>
            <p:cNvSpPr/>
            <p:nvPr/>
          </p:nvSpPr>
          <p:spPr>
            <a:xfrm>
              <a:off x="5693361" y="3180584"/>
              <a:ext cx="5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6" name="View.ISO.Edge.BearingBlock_edge_10_segment_0_interval_2_Silhouette.1"/>
            <p:cNvSpPr/>
            <p:nvPr/>
          </p:nvSpPr>
          <p:spPr>
            <a:xfrm>
              <a:off x="5693418" y="3180614"/>
              <a:ext cx="1061" cy="5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7" name="View.ISO.Edge.BearingBlock_edge_10_segment_0_interval_3_Silhouette.1"/>
            <p:cNvSpPr/>
            <p:nvPr/>
          </p:nvSpPr>
          <p:spPr>
            <a:xfrm>
              <a:off x="5694479" y="3181169"/>
              <a:ext cx="114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8" name="View.ISO.Edge.BearingBlock_edge_10_segment_0_interval_4_Silhouette.1"/>
            <p:cNvSpPr/>
            <p:nvPr/>
          </p:nvSpPr>
          <p:spPr>
            <a:xfrm>
              <a:off x="5694594" y="3181229"/>
              <a:ext cx="1004" cy="5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9" name="View.ISO.Edge.BearingBlock_edge_10_segment_0_interval_5_Silhouette.1"/>
            <p:cNvSpPr/>
            <p:nvPr/>
          </p:nvSpPr>
          <p:spPr>
            <a:xfrm>
              <a:off x="5695598" y="3181754"/>
              <a:ext cx="171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0" name="View.ISO.Edge.BearingBlock_edge_10_segment_0_interval_6_Silhouette.1"/>
            <p:cNvSpPr/>
            <p:nvPr/>
          </p:nvSpPr>
          <p:spPr>
            <a:xfrm>
              <a:off x="5695769" y="3181844"/>
              <a:ext cx="947" cy="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1" name="View.ISO.Edge.BearingBlock_edge_10_segment_0_interval_7_Silhouette.1"/>
            <p:cNvSpPr/>
            <p:nvPr/>
          </p:nvSpPr>
          <p:spPr>
            <a:xfrm>
              <a:off x="5696716" y="3182339"/>
              <a:ext cx="228" cy="1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2" name="View.ISO.Edge.BearingBlock_edge_10_segment_0_interval_8_Silhouette.1"/>
            <p:cNvSpPr/>
            <p:nvPr/>
          </p:nvSpPr>
          <p:spPr>
            <a:xfrm>
              <a:off x="5696944" y="3182459"/>
              <a:ext cx="890" cy="4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3" name="View.ISO.Edge.BearingBlock_edge_10_segment_0_interval_9_Silhouette.1"/>
            <p:cNvSpPr/>
            <p:nvPr/>
          </p:nvSpPr>
          <p:spPr>
            <a:xfrm>
              <a:off x="5697834" y="3182925"/>
              <a:ext cx="285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4" name="View.ISO.Edge.BearingBlock_edge_10_segment_0_interval_10_Silhouette.1"/>
            <p:cNvSpPr/>
            <p:nvPr/>
          </p:nvSpPr>
          <p:spPr>
            <a:xfrm>
              <a:off x="5698120" y="3183074"/>
              <a:ext cx="833" cy="4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5" name="View.ISO.Edge.BearingBlock_edge_10_segment_0_interval_11_Silhouette.1"/>
            <p:cNvSpPr/>
            <p:nvPr/>
          </p:nvSpPr>
          <p:spPr>
            <a:xfrm>
              <a:off x="5698953" y="3183510"/>
              <a:ext cx="342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6" name="View.ISO.Edge.BearingBlock_edge_10_segment_0_interval_12_Silhouette.1"/>
            <p:cNvSpPr/>
            <p:nvPr/>
          </p:nvSpPr>
          <p:spPr>
            <a:xfrm>
              <a:off x="5699295" y="3183689"/>
              <a:ext cx="776" cy="4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7" name="View.ISO.Edge.BearingBlock_edge_10_segment_0_interval_13_Silhouette.1"/>
            <p:cNvSpPr/>
            <p:nvPr/>
          </p:nvSpPr>
          <p:spPr>
            <a:xfrm>
              <a:off x="5700071" y="3184095"/>
              <a:ext cx="263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8" name="View.ISO.Edge.BearingBlock_edge_10_segment_1_interval_0_Silhouette.1"/>
            <p:cNvSpPr/>
            <p:nvPr/>
          </p:nvSpPr>
          <p:spPr>
            <a:xfrm>
              <a:off x="5700334" y="3184233"/>
              <a:ext cx="151" cy="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9" name="View.ISO.Edge.BearingBlock_edge_10_segment_1_interval_1_Silhouette.1"/>
            <p:cNvSpPr/>
            <p:nvPr/>
          </p:nvSpPr>
          <p:spPr>
            <a:xfrm>
              <a:off x="5700485" y="3184297"/>
              <a:ext cx="793" cy="3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0" name="View.ISO.Edge.BearingBlock_edge_10_segment_1_interval_2_Silhouette.1"/>
            <p:cNvSpPr/>
            <p:nvPr/>
          </p:nvSpPr>
          <p:spPr>
            <a:xfrm>
              <a:off x="5701278" y="3184637"/>
              <a:ext cx="511" cy="2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1" name="View.ISO.Edge.BearingBlock_edge_10_segment_1_interval_3_Silhouette.1"/>
            <p:cNvSpPr/>
            <p:nvPr/>
          </p:nvSpPr>
          <p:spPr>
            <a:xfrm>
              <a:off x="5701789" y="3184856"/>
              <a:ext cx="723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2" name="View.ISO.Edge.BearingBlock_edge_10_segment_1_interval_4_Silhouette.1"/>
            <p:cNvSpPr/>
            <p:nvPr/>
          </p:nvSpPr>
          <p:spPr>
            <a:xfrm>
              <a:off x="5702512" y="3185165"/>
              <a:ext cx="581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3" name="View.ISO.Edge.BearingBlock_edge_10_segment_1_interval_5_Silhouette.1"/>
            <p:cNvSpPr/>
            <p:nvPr/>
          </p:nvSpPr>
          <p:spPr>
            <a:xfrm>
              <a:off x="5703092" y="3185414"/>
              <a:ext cx="653" cy="2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4" name="View.ISO.Edge.BearingBlock_edge_10_segment_1_interval_6_Silhouette.1"/>
            <p:cNvSpPr/>
            <p:nvPr/>
          </p:nvSpPr>
          <p:spPr>
            <a:xfrm>
              <a:off x="5703745" y="3185693"/>
              <a:ext cx="500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5" name="View.ISO.Edge.BearingBlock_edge_10_segment_1_interval_7_Silhouette.1"/>
            <p:cNvSpPr/>
            <p:nvPr/>
          </p:nvSpPr>
          <p:spPr>
            <a:xfrm>
              <a:off x="5704245" y="3185907"/>
              <a:ext cx="151" cy="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6" name="View.ISO.Edge.BearingBlock_edge_10_segment_1_interval_8_Silhouette.1"/>
            <p:cNvSpPr/>
            <p:nvPr/>
          </p:nvSpPr>
          <p:spPr>
            <a:xfrm>
              <a:off x="5704396" y="3185972"/>
              <a:ext cx="583" cy="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7" name="View.ISO.Edge.BearingBlock_edge_10_segment_1_interval_9_Silhouette.1"/>
            <p:cNvSpPr/>
            <p:nvPr/>
          </p:nvSpPr>
          <p:spPr>
            <a:xfrm>
              <a:off x="5704979" y="3186222"/>
              <a:ext cx="720" cy="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8" name="View.ISO.Edge.BearingBlock_edge_10_segment_1_interval_10_Silhouette.1"/>
            <p:cNvSpPr/>
            <p:nvPr/>
          </p:nvSpPr>
          <p:spPr>
            <a:xfrm>
              <a:off x="5705700" y="3186530"/>
              <a:ext cx="513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9" name="View.ISO.Edge.BearingBlock_edge_10_segment_1_interval_11_Silhouette.1"/>
            <p:cNvSpPr/>
            <p:nvPr/>
          </p:nvSpPr>
          <p:spPr>
            <a:xfrm>
              <a:off x="5706213" y="3186750"/>
              <a:ext cx="790" cy="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0" name="View.ISO.Edge.BearingBlock_edge_10_segment_1_interval_12_Silhouette.1"/>
            <p:cNvSpPr/>
            <p:nvPr/>
          </p:nvSpPr>
          <p:spPr>
            <a:xfrm>
              <a:off x="5707003" y="3187088"/>
              <a:ext cx="444" cy="1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1" name="View.ISO.Edge.BearingBlock_edge_10_segment_1_interval_13_Silhouette.1"/>
            <p:cNvSpPr/>
            <p:nvPr/>
          </p:nvSpPr>
          <p:spPr>
            <a:xfrm>
              <a:off x="5707447" y="3187278"/>
              <a:ext cx="860" cy="3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2" name="View.ISO.Edge.BearingBlock_edge_10_segment_1_interval_14_Silhouette.1"/>
            <p:cNvSpPr/>
            <p:nvPr/>
          </p:nvSpPr>
          <p:spPr>
            <a:xfrm>
              <a:off x="5708307" y="3187647"/>
              <a:ext cx="374" cy="1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3" name="View.ISO.Edge.BearingBlock_edge_10_segment_1_interval_15_Silhouette.1"/>
            <p:cNvSpPr/>
            <p:nvPr/>
          </p:nvSpPr>
          <p:spPr>
            <a:xfrm>
              <a:off x="5708681" y="3187807"/>
              <a:ext cx="425" cy="1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4" name="View.ISO.Edge.BearingBlock_edge_10_segment_2_interval_0_Silhouette.1"/>
            <p:cNvSpPr/>
            <p:nvPr/>
          </p:nvSpPr>
          <p:spPr>
            <a:xfrm>
              <a:off x="5709106" y="3187989"/>
              <a:ext cx="557" cy="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5" name="View.ISO.Edge.BearingBlock_edge_10_segment_2_interval_1_Silhouette.1"/>
            <p:cNvSpPr/>
            <p:nvPr/>
          </p:nvSpPr>
          <p:spPr>
            <a:xfrm>
              <a:off x="5709663" y="3188182"/>
              <a:ext cx="331" cy="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6" name="View.ISO.Edge.BearingBlock_edge_10_segment_2_interval_2_Silhouette.1"/>
            <p:cNvSpPr/>
            <p:nvPr/>
          </p:nvSpPr>
          <p:spPr>
            <a:xfrm>
              <a:off x="5709994" y="3188296"/>
              <a:ext cx="1109" cy="3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7" name="View.ISO.Edge.BearingBlock_edge_10_segment_2_interval_3_Silhouette.1"/>
            <p:cNvSpPr/>
            <p:nvPr/>
          </p:nvSpPr>
          <p:spPr>
            <a:xfrm>
              <a:off x="5711102" y="3188680"/>
              <a:ext cx="246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8" name="View.ISO.Edge.BearingBlock_edge_10_segment_2_interval_4_Silhouette.1"/>
            <p:cNvSpPr/>
            <p:nvPr/>
          </p:nvSpPr>
          <p:spPr>
            <a:xfrm>
              <a:off x="5711349" y="3188765"/>
              <a:ext cx="1193" cy="4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9" name="View.ISO.Edge.BearingBlock_edge_10_segment_2_interval_5_Silhouette.1"/>
            <p:cNvSpPr/>
            <p:nvPr/>
          </p:nvSpPr>
          <p:spPr>
            <a:xfrm>
              <a:off x="5712542" y="3189178"/>
              <a:ext cx="162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0" name="View.ISO.Edge.BearingBlock_edge_10_segment_2_interval_6_Silhouette.1"/>
            <p:cNvSpPr/>
            <p:nvPr/>
          </p:nvSpPr>
          <p:spPr>
            <a:xfrm>
              <a:off x="5712703" y="3189234"/>
              <a:ext cx="1278" cy="4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1" name="View.ISO.Edge.BearingBlock_edge_10_segment_2_interval_7_Silhouette.1"/>
            <p:cNvSpPr/>
            <p:nvPr/>
          </p:nvSpPr>
          <p:spPr>
            <a:xfrm>
              <a:off x="5713981" y="3189676"/>
              <a:ext cx="7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2" name="View.ISO.Edge.BearingBlock_edge_10_segment_2_interval_8_Silhouette.1"/>
            <p:cNvSpPr/>
            <p:nvPr/>
          </p:nvSpPr>
          <p:spPr>
            <a:xfrm>
              <a:off x="5714058" y="3189702"/>
              <a:ext cx="404" cy="1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3" name="View.ISO.Edge.BearingBlock_edge_10_segment_2_interval_9_Silhouette.1"/>
            <p:cNvSpPr/>
            <p:nvPr/>
          </p:nvSpPr>
          <p:spPr>
            <a:xfrm>
              <a:off x="5714462" y="3189842"/>
              <a:ext cx="827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4" name="View.ISO.Edge.BearingBlock_edge_10_segment_2_interval_10_Silhouette.1"/>
            <p:cNvSpPr/>
            <p:nvPr/>
          </p:nvSpPr>
          <p:spPr>
            <a:xfrm>
              <a:off x="5715289" y="3190128"/>
              <a:ext cx="165" cy="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5" name="View.ISO.Edge.BearingBlock_edge_10_segment_2_interval_11_Silhouette.1"/>
            <p:cNvSpPr/>
            <p:nvPr/>
          </p:nvSpPr>
          <p:spPr>
            <a:xfrm>
              <a:off x="5715454" y="319018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6" name="View.ISO.Edge.BearingBlock_edge_10_segment_2_interval_12_Silhouette.1"/>
            <p:cNvSpPr/>
            <p:nvPr/>
          </p:nvSpPr>
          <p:spPr>
            <a:xfrm>
              <a:off x="5715466" y="3190190"/>
              <a:ext cx="574" cy="1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7" name="View.ISO.Edge.BearingBlock_edge_10_segment_2_interval_13_Silhouette.1"/>
            <p:cNvSpPr/>
            <p:nvPr/>
          </p:nvSpPr>
          <p:spPr>
            <a:xfrm>
              <a:off x="5716040" y="3190388"/>
              <a:ext cx="492" cy="1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8" name="View.ISO.Edge.BearingBlock_edge_10_segment_2_interval_14_Silhouette.1"/>
            <p:cNvSpPr/>
            <p:nvPr/>
          </p:nvSpPr>
          <p:spPr>
            <a:xfrm>
              <a:off x="5716531" y="3190558"/>
              <a:ext cx="733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9" name="View.ISO.Edge.BearingBlock_edge_10_segment_2_interval_15_Silhouette.1"/>
            <p:cNvSpPr/>
            <p:nvPr/>
          </p:nvSpPr>
          <p:spPr>
            <a:xfrm>
              <a:off x="5717264" y="3190812"/>
              <a:ext cx="143" cy="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0" name="View.ISO.Edge.BearingBlock_edge_10_segment_2_interval_16_Silhouette.1"/>
            <p:cNvSpPr/>
            <p:nvPr/>
          </p:nvSpPr>
          <p:spPr>
            <a:xfrm>
              <a:off x="5717407" y="3190861"/>
              <a:ext cx="1066" cy="3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1" name="View.ISO.Edge.BearingBlock_edge_10_segment_3_interval_0_Silhouette.1"/>
            <p:cNvSpPr/>
            <p:nvPr/>
          </p:nvSpPr>
          <p:spPr>
            <a:xfrm>
              <a:off x="5718472" y="3191230"/>
              <a:ext cx="681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2" name="View.ISO.Edge.BearingBlock_edge_10_segment_3_interval_1_Silhouette.1"/>
            <p:cNvSpPr/>
            <p:nvPr/>
          </p:nvSpPr>
          <p:spPr>
            <a:xfrm>
              <a:off x="5719153" y="3191416"/>
              <a:ext cx="319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3" name="View.ISO.Edge.BearingBlock_edge_10_segment_3_interval_2_Silhouette.1"/>
            <p:cNvSpPr/>
            <p:nvPr/>
          </p:nvSpPr>
          <p:spPr>
            <a:xfrm>
              <a:off x="5719472" y="3191503"/>
              <a:ext cx="1729" cy="4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4" name="View.ISO.Edge.BearingBlock_edge_10_segment_3_interval_3_Silhouette.1"/>
            <p:cNvSpPr/>
            <p:nvPr/>
          </p:nvSpPr>
          <p:spPr>
            <a:xfrm>
              <a:off x="5721201" y="3191975"/>
              <a:ext cx="488" cy="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5" name="View.ISO.Edge.BearingBlock_edge_10_segment_3_interval_4_Silhouette.1"/>
            <p:cNvSpPr/>
            <p:nvPr/>
          </p:nvSpPr>
          <p:spPr>
            <a:xfrm>
              <a:off x="5721690" y="3192108"/>
              <a:ext cx="1560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6" name="View.ISO.Edge.BearingBlock_edge_10_segment_3_interval_5_Silhouette.1"/>
            <p:cNvSpPr/>
            <p:nvPr/>
          </p:nvSpPr>
          <p:spPr>
            <a:xfrm>
              <a:off x="5723249" y="3192534"/>
              <a:ext cx="658" cy="1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7" name="View.ISO.Edge.BearingBlock_edge_10_segment_3_interval_6_Silhouette.1"/>
            <p:cNvSpPr/>
            <p:nvPr/>
          </p:nvSpPr>
          <p:spPr>
            <a:xfrm>
              <a:off x="5723907" y="3192714"/>
              <a:ext cx="1390" cy="3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8" name="View.ISO.Edge.BearingBlock_edge_10_segment_3_interval_7_Silhouette.1"/>
            <p:cNvSpPr/>
            <p:nvPr/>
          </p:nvSpPr>
          <p:spPr>
            <a:xfrm>
              <a:off x="5725297" y="3193094"/>
              <a:ext cx="827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9" name="View.ISO.Edge.BearingBlock_edge_10_segment_3_interval_8_Silhouette.1"/>
            <p:cNvSpPr/>
            <p:nvPr/>
          </p:nvSpPr>
          <p:spPr>
            <a:xfrm>
              <a:off x="5726124" y="3193319"/>
              <a:ext cx="1221" cy="3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0" name="View.ISO.Edge.BearingBlock_edge_10_segment_3_interval_9_Silhouette.1"/>
            <p:cNvSpPr/>
            <p:nvPr/>
          </p:nvSpPr>
          <p:spPr>
            <a:xfrm>
              <a:off x="5727345" y="3193653"/>
              <a:ext cx="996" cy="2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1" name="View.ISO.Edge.BearingBlock_edge_10_segment_3_interval_10_Silhouette.1"/>
            <p:cNvSpPr/>
            <p:nvPr/>
          </p:nvSpPr>
          <p:spPr>
            <a:xfrm>
              <a:off x="5728341" y="319392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2" name="View.ISO.Edge.BearingBlock_edge_10_segment_4_interval_0_Silhouette.1"/>
            <p:cNvSpPr/>
            <p:nvPr/>
          </p:nvSpPr>
          <p:spPr>
            <a:xfrm>
              <a:off x="5728344" y="3193926"/>
              <a:ext cx="567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3" name="View.ISO.Edge.BearingBlock_edge_10_segment_4_interval_1_Silhouette.1"/>
            <p:cNvSpPr/>
            <p:nvPr/>
          </p:nvSpPr>
          <p:spPr>
            <a:xfrm>
              <a:off x="5728911" y="3194043"/>
              <a:ext cx="625" cy="1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4" name="View.ISO.Edge.BearingBlock_edge_10_segment_4_interval_2_Silhouette.1"/>
            <p:cNvSpPr/>
            <p:nvPr/>
          </p:nvSpPr>
          <p:spPr>
            <a:xfrm>
              <a:off x="5729536" y="3194172"/>
              <a:ext cx="1353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5" name="View.ISO.Edge.BearingBlock_edge_10_segment_4_interval_3_Silhouette.1"/>
            <p:cNvSpPr/>
            <p:nvPr/>
          </p:nvSpPr>
          <p:spPr>
            <a:xfrm>
              <a:off x="5730889" y="3194451"/>
              <a:ext cx="974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6" name="View.ISO.Edge.BearingBlock_edge_10_segment_4_interval_4_Silhouette.1"/>
            <p:cNvSpPr/>
            <p:nvPr/>
          </p:nvSpPr>
          <p:spPr>
            <a:xfrm>
              <a:off x="5731864" y="3194653"/>
              <a:ext cx="1574" cy="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7" name="View.ISO.Edge.BearingBlock_edge_10_segment_4_interval_5_Silhouette.1"/>
            <p:cNvSpPr/>
            <p:nvPr/>
          </p:nvSpPr>
          <p:spPr>
            <a:xfrm>
              <a:off x="5733437" y="3194978"/>
              <a:ext cx="754" cy="1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8" name="View.ISO.Edge.BearingBlock_edge_10_segment_4_interval_6_Silhouette.1"/>
            <p:cNvSpPr/>
            <p:nvPr/>
          </p:nvSpPr>
          <p:spPr>
            <a:xfrm>
              <a:off x="5734191" y="3195133"/>
              <a:ext cx="1795" cy="3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9" name="View.ISO.Edge.BearingBlock_edge_10_segment_4_interval_7_Silhouette.1"/>
            <p:cNvSpPr/>
            <p:nvPr/>
          </p:nvSpPr>
          <p:spPr>
            <a:xfrm>
              <a:off x="5735985" y="3195504"/>
              <a:ext cx="533" cy="1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0" name="View.ISO.Edge.BearingBlock_edge_10_segment_4_interval_8_Silhouette.1"/>
            <p:cNvSpPr/>
            <p:nvPr/>
          </p:nvSpPr>
          <p:spPr>
            <a:xfrm>
              <a:off x="5736518" y="3195614"/>
              <a:ext cx="2015" cy="4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1" name="View.ISO.Edge.BearingBlock_edge_10_segment_4_interval_9_Silhouette.1"/>
            <p:cNvSpPr/>
            <p:nvPr/>
          </p:nvSpPr>
          <p:spPr>
            <a:xfrm>
              <a:off x="5738533" y="3196030"/>
              <a:ext cx="9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2" name="View.ISO.Edge.BearingBlock_edge_10_segment_5_interval_0_Silhouette.1"/>
            <p:cNvSpPr/>
            <p:nvPr/>
          </p:nvSpPr>
          <p:spPr>
            <a:xfrm>
              <a:off x="5738626" y="3196050"/>
              <a:ext cx="251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3" name="View.ISO.Edge.BearingBlock_edge_10_segment_5_interval_1_Silhouette.1"/>
            <p:cNvSpPr/>
            <p:nvPr/>
          </p:nvSpPr>
          <p:spPr>
            <a:xfrm>
              <a:off x="5738877" y="3196086"/>
              <a:ext cx="2501" cy="3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4" name="View.ISO.Edge.BearingBlock_edge_10_segment_5_interval_2_Silhouette.1"/>
            <p:cNvSpPr/>
            <p:nvPr/>
          </p:nvSpPr>
          <p:spPr>
            <a:xfrm>
              <a:off x="5741377" y="3196448"/>
              <a:ext cx="1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5" name="View.ISO.Edge.BearingBlock_edge_10_segment_5_interval_3_Silhouette.1"/>
            <p:cNvSpPr/>
            <p:nvPr/>
          </p:nvSpPr>
          <p:spPr>
            <a:xfrm>
              <a:off x="5741478" y="3196462"/>
              <a:ext cx="65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6" name="View.ISO.Edge.BearingBlock_edge_10_segment_5_interval_4_Silhouette.1"/>
            <p:cNvSpPr/>
            <p:nvPr/>
          </p:nvSpPr>
          <p:spPr>
            <a:xfrm>
              <a:off x="5741542" y="3196471"/>
              <a:ext cx="585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7" name="View.ISO.Edge.BearingBlock_edge_10_segment_5_interval_5_Silhouette.1"/>
            <p:cNvSpPr/>
            <p:nvPr/>
          </p:nvSpPr>
          <p:spPr>
            <a:xfrm>
              <a:off x="5742128" y="3196556"/>
              <a:ext cx="1034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8" name="View.ISO.Edge.BearingBlock_edge_10_segment_5_interval_6_Silhouette.1"/>
            <p:cNvSpPr/>
            <p:nvPr/>
          </p:nvSpPr>
          <p:spPr>
            <a:xfrm>
              <a:off x="5743161" y="3196706"/>
              <a:ext cx="1397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9" name="View.ISO.Edge.BearingBlock_edge_10_segment_5_interval_7_Silhouette.1"/>
            <p:cNvSpPr/>
            <p:nvPr/>
          </p:nvSpPr>
          <p:spPr>
            <a:xfrm>
              <a:off x="5744558" y="3196908"/>
              <a:ext cx="978" cy="1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0" name="View.ISO.Edge.BearingBlock_edge_10_segment_5_interval_8_Silhouette.1"/>
            <p:cNvSpPr/>
            <p:nvPr/>
          </p:nvSpPr>
          <p:spPr>
            <a:xfrm>
              <a:off x="5745536" y="3197049"/>
              <a:ext cx="609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1" name="View.ISO.Edge.BearingBlock_edge_10_segment_5_interval_9_Silhouette.1"/>
            <p:cNvSpPr/>
            <p:nvPr/>
          </p:nvSpPr>
          <p:spPr>
            <a:xfrm>
              <a:off x="5746145" y="3197137"/>
              <a:ext cx="3074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2" name="View.ISO.Edge.BearingBlock_edge_10_segment_6_interval_0_Silhouette.1"/>
            <p:cNvSpPr/>
            <p:nvPr/>
          </p:nvSpPr>
          <p:spPr>
            <a:xfrm>
              <a:off x="5749219" y="3197582"/>
              <a:ext cx="884" cy="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3" name="View.ISO.Edge.BearingBlock_edge_10_segment_6_interval_1_Silhouette.1"/>
            <p:cNvSpPr/>
            <p:nvPr/>
          </p:nvSpPr>
          <p:spPr>
            <a:xfrm>
              <a:off x="5750103" y="3197657"/>
              <a:ext cx="1946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4" name="View.ISO.Edge.BearingBlock_edge_10_segment_6_interval_2_Silhouette.1"/>
            <p:cNvSpPr/>
            <p:nvPr/>
          </p:nvSpPr>
          <p:spPr>
            <a:xfrm>
              <a:off x="5752049" y="3197824"/>
              <a:ext cx="1733" cy="1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5" name="View.ISO.Edge.BearingBlock_edge_10_segment_6_interval_3_Silhouette.1"/>
            <p:cNvSpPr/>
            <p:nvPr/>
          </p:nvSpPr>
          <p:spPr>
            <a:xfrm>
              <a:off x="5753782" y="3197972"/>
              <a:ext cx="1969" cy="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6" name="View.ISO.Edge.BearingBlock_edge_10_segment_6_interval_4_Silhouette.1"/>
            <p:cNvSpPr/>
            <p:nvPr/>
          </p:nvSpPr>
          <p:spPr>
            <a:xfrm>
              <a:off x="5755751" y="3198141"/>
              <a:ext cx="3323" cy="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7" name="View.ISO.Edge.BearingBlock_edge_10_segment_6_interval_5_Silhouette.1"/>
            <p:cNvSpPr/>
            <p:nvPr/>
          </p:nvSpPr>
          <p:spPr>
            <a:xfrm>
              <a:off x="5759075" y="3198426"/>
              <a:ext cx="947" cy="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8" name="View.ISO.Edge.BearingBlock_edge_10_segment_7_interval_0_Silhouette.1"/>
            <p:cNvSpPr/>
            <p:nvPr/>
          </p:nvSpPr>
          <p:spPr>
            <a:xfrm>
              <a:off x="5760021" y="3198507"/>
              <a:ext cx="1927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9" name="View.ISO.Edge.BearingBlock_edge_10_segment_7_interval_1_Silhouette.1"/>
            <p:cNvSpPr/>
            <p:nvPr/>
          </p:nvSpPr>
          <p:spPr>
            <a:xfrm>
              <a:off x="5761948" y="3198561"/>
              <a:ext cx="7489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0" name="View.ISO.Edge.BearingBlock_edge_10_segment_7_interval_2_Silhouette.1"/>
            <p:cNvSpPr/>
            <p:nvPr/>
          </p:nvSpPr>
          <p:spPr>
            <a:xfrm>
              <a:off x="5769437" y="3198774"/>
              <a:ext cx="409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1" name="View.ISO.Edge.BearingBlock_edge_10_segment_7_interval_3_Silhouette.1"/>
            <p:cNvSpPr/>
            <p:nvPr/>
          </p:nvSpPr>
          <p:spPr>
            <a:xfrm>
              <a:off x="5769846" y="3198785"/>
              <a:ext cx="549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2" name="View.ISO.Edge.BearingBlock_edge_10_segment_7_interval_4_Silhouette.1"/>
            <p:cNvSpPr/>
            <p:nvPr/>
          </p:nvSpPr>
          <p:spPr>
            <a:xfrm>
              <a:off x="5770395" y="3198801"/>
              <a:ext cx="53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3" name="View.ISO.Edge.BearingBlock_edge_10_segment_8_interval_0_Silhouette.1"/>
            <p:cNvSpPr/>
            <p:nvPr/>
          </p:nvSpPr>
          <p:spPr>
            <a:xfrm flipV="1">
              <a:off x="5770929" y="3198778"/>
              <a:ext cx="1334" cy="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4" name="View.ISO.Edge.BearingBlock_edge_10_segment_8_interval_1_Silhouette.1"/>
            <p:cNvSpPr/>
            <p:nvPr/>
          </p:nvSpPr>
          <p:spPr>
            <a:xfrm flipV="1">
              <a:off x="5772263" y="3198774"/>
              <a:ext cx="158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5" name="View.ISO.Edge.BearingBlock_edge_10_segment_8_interval_2_Silhouette.1"/>
            <p:cNvSpPr/>
            <p:nvPr/>
          </p:nvSpPr>
          <p:spPr>
            <a:xfrm flipV="1">
              <a:off x="5772420" y="3198748"/>
              <a:ext cx="90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6" name="View.ISO.Edge.BearingBlock_edge_10_segment_8_interval_3_Silhouette.1"/>
            <p:cNvSpPr/>
            <p:nvPr/>
          </p:nvSpPr>
          <p:spPr>
            <a:xfrm flipV="1">
              <a:off x="5773326" y="3198551"/>
              <a:ext cx="6943" cy="1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7" name="View.ISO.Edge.BearingBlock_edge_10_segment_8_interval_4_Silhouette.1"/>
            <p:cNvSpPr/>
            <p:nvPr/>
          </p:nvSpPr>
          <p:spPr>
            <a:xfrm flipV="1">
              <a:off x="5780269" y="3198507"/>
              <a:ext cx="1567" cy="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8" name="View.ISO.Edge.BearingBlock_edge_10_segment_9_interval_0_Silhouette.1"/>
            <p:cNvSpPr/>
            <p:nvPr/>
          </p:nvSpPr>
          <p:spPr>
            <a:xfrm flipV="1">
              <a:off x="5781836" y="3198426"/>
              <a:ext cx="947" cy="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9" name="View.ISO.Edge.BearingBlock_edge_10_segment_9_interval_1_Silhouette.1"/>
            <p:cNvSpPr/>
            <p:nvPr/>
          </p:nvSpPr>
          <p:spPr>
            <a:xfrm flipV="1">
              <a:off x="5782782" y="3198350"/>
              <a:ext cx="879" cy="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0" name="View.ISO.Edge.BearingBlock_edge_10_segment_9_interval_2_Silhouette.1"/>
            <p:cNvSpPr/>
            <p:nvPr/>
          </p:nvSpPr>
          <p:spPr>
            <a:xfrm flipV="1">
              <a:off x="5783661" y="3198098"/>
              <a:ext cx="2946" cy="2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1" name="View.ISO.Edge.BearingBlock_edge_10_segment_9_interval_3_Silhouette.1"/>
            <p:cNvSpPr/>
            <p:nvPr/>
          </p:nvSpPr>
          <p:spPr>
            <a:xfrm flipV="1">
              <a:off x="5786607" y="3197824"/>
              <a:ext cx="3201" cy="2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2" name="View.ISO.Edge.BearingBlock_edge_10_segment_9_interval_4_Silhouette.1"/>
            <p:cNvSpPr/>
            <p:nvPr/>
          </p:nvSpPr>
          <p:spPr>
            <a:xfrm flipV="1">
              <a:off x="5789808" y="3197582"/>
              <a:ext cx="2830" cy="2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3" name="View.ISO.Edge.BearingBlock_edge_10_segment_10_interval_0_Silhouette.1"/>
            <p:cNvSpPr/>
            <p:nvPr/>
          </p:nvSpPr>
          <p:spPr>
            <a:xfrm flipV="1">
              <a:off x="5792638" y="3197310"/>
              <a:ext cx="1877" cy="2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4" name="View.ISO.Edge.BearingBlock_edge_10_segment_10_interval_1_Silhouette.1"/>
            <p:cNvSpPr/>
            <p:nvPr/>
          </p:nvSpPr>
          <p:spPr>
            <a:xfrm flipV="1">
              <a:off x="5794515" y="3197263"/>
              <a:ext cx="323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5" name="View.ISO.Edge.BearingBlock_edge_10_segment_10_interval_2_Silhouette.1"/>
            <p:cNvSpPr/>
            <p:nvPr/>
          </p:nvSpPr>
          <p:spPr>
            <a:xfrm flipV="1">
              <a:off x="5794838" y="3197137"/>
              <a:ext cx="874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6" name="View.ISO.Edge.BearingBlock_edge_10_segment_10_interval_3_Silhouette.1"/>
            <p:cNvSpPr/>
            <p:nvPr/>
          </p:nvSpPr>
          <p:spPr>
            <a:xfrm flipV="1">
              <a:off x="5795712" y="3196706"/>
              <a:ext cx="2984" cy="4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7" name="View.ISO.Edge.BearingBlock_edge_10_segment_10_interval_4_Silhouette.1"/>
            <p:cNvSpPr/>
            <p:nvPr/>
          </p:nvSpPr>
          <p:spPr>
            <a:xfrm flipV="1">
              <a:off x="5798696" y="3196556"/>
              <a:ext cx="1034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8" name="View.ISO.Edge.BearingBlock_edge_10_segment_10_interval_5_Silhouette.1"/>
            <p:cNvSpPr/>
            <p:nvPr/>
          </p:nvSpPr>
          <p:spPr>
            <a:xfrm flipV="1">
              <a:off x="5799730" y="3196462"/>
              <a:ext cx="650" cy="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9" name="View.ISO.Edge.BearingBlock_edge_10_segment_10_interval_6_Silhouette.1"/>
            <p:cNvSpPr/>
            <p:nvPr/>
          </p:nvSpPr>
          <p:spPr>
            <a:xfrm flipV="1">
              <a:off x="5800379" y="3196450"/>
              <a:ext cx="81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0" name="View.ISO.Edge.BearingBlock_edge_10_segment_10_interval_7_Silhouette.1"/>
            <p:cNvSpPr/>
            <p:nvPr/>
          </p:nvSpPr>
          <p:spPr>
            <a:xfrm flipV="1">
              <a:off x="5800460" y="319644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1" name="View.ISO.Edge.BearingBlock_edge_10_segment_10_interval_8_Silhouette.1"/>
            <p:cNvSpPr/>
            <p:nvPr/>
          </p:nvSpPr>
          <p:spPr>
            <a:xfrm flipV="1">
              <a:off x="5800480" y="3196360"/>
              <a:ext cx="608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2" name="View.ISO.Edge.BearingBlock_edge_10_segment_10_interval_9_Silhouette.1"/>
            <p:cNvSpPr/>
            <p:nvPr/>
          </p:nvSpPr>
          <p:spPr>
            <a:xfrm flipV="1">
              <a:off x="5801088" y="3196308"/>
              <a:ext cx="357" cy="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3" name="View.ISO.Edge.BearingBlock_edge_10_segment_10_interval_10_Silhouette.1"/>
            <p:cNvSpPr/>
            <p:nvPr/>
          </p:nvSpPr>
          <p:spPr>
            <a:xfrm flipV="1">
              <a:off x="5801445" y="3196050"/>
              <a:ext cx="1786" cy="2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4" name="View.ISO.Edge.BearingBlock_edge_10_segment_11_interval_0_Silhouette.1"/>
            <p:cNvSpPr/>
            <p:nvPr/>
          </p:nvSpPr>
          <p:spPr>
            <a:xfrm flipV="1">
              <a:off x="5803231" y="3196030"/>
              <a:ext cx="9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5" name="View.ISO.Edge.BearingBlock_edge_10_segment_11_interval_1_Silhouette.1"/>
            <p:cNvSpPr/>
            <p:nvPr/>
          </p:nvSpPr>
          <p:spPr>
            <a:xfrm flipV="1">
              <a:off x="5803324" y="3195953"/>
              <a:ext cx="377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6" name="View.ISO.Edge.BearingBlock_edge_10_segment_11_interval_2_Silhouette.1"/>
            <p:cNvSpPr/>
            <p:nvPr/>
          </p:nvSpPr>
          <p:spPr>
            <a:xfrm flipV="1">
              <a:off x="5803701" y="3195504"/>
              <a:ext cx="2171" cy="4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7" name="View.ISO.Edge.BearingBlock_edge_10_segment_11_interval_3_Silhouette.1"/>
            <p:cNvSpPr/>
            <p:nvPr/>
          </p:nvSpPr>
          <p:spPr>
            <a:xfrm flipV="1">
              <a:off x="5805872" y="3195371"/>
              <a:ext cx="644" cy="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8" name="View.ISO.Edge.BearingBlock_edge_10_segment_11_interval_4_Silhouette.1"/>
            <p:cNvSpPr/>
            <p:nvPr/>
          </p:nvSpPr>
          <p:spPr>
            <a:xfrm flipV="1">
              <a:off x="5806516" y="3195310"/>
              <a:ext cx="295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9" name="View.ISO.Edge.BearingBlock_edge_10_segment_11_interval_5_Silhouette.1"/>
            <p:cNvSpPr/>
            <p:nvPr/>
          </p:nvSpPr>
          <p:spPr>
            <a:xfrm flipV="1">
              <a:off x="5806811" y="3194978"/>
              <a:ext cx="1609" cy="3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0" name="View.ISO.Edge.BearingBlock_edge_10_segment_11_interval_6_Silhouette.1"/>
            <p:cNvSpPr/>
            <p:nvPr/>
          </p:nvSpPr>
          <p:spPr>
            <a:xfrm flipV="1">
              <a:off x="5808420" y="3194789"/>
              <a:ext cx="912" cy="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1" name="View.ISO.Edge.BearingBlock_edge_10_segment_11_interval_7_Silhouette.1"/>
            <p:cNvSpPr/>
            <p:nvPr/>
          </p:nvSpPr>
          <p:spPr>
            <a:xfrm flipV="1">
              <a:off x="5809332" y="3194451"/>
              <a:ext cx="1636" cy="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2" name="View.ISO.Edge.BearingBlock_edge_10_segment_11_interval_8_Silhouette.1"/>
            <p:cNvSpPr/>
            <p:nvPr/>
          </p:nvSpPr>
          <p:spPr>
            <a:xfrm flipV="1">
              <a:off x="5810968" y="3194208"/>
              <a:ext cx="1179" cy="2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3" name="View.ISO.Edge.BearingBlock_edge_10_segment_11_interval_9_Silhouette.1"/>
            <p:cNvSpPr/>
            <p:nvPr/>
          </p:nvSpPr>
          <p:spPr>
            <a:xfrm flipV="1">
              <a:off x="5812147" y="3193926"/>
              <a:ext cx="1366" cy="2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4" name="View.ISO.Edge.BearingBlock_edge_10_segment_12_interval_0_Silhouette.1"/>
            <p:cNvSpPr/>
            <p:nvPr/>
          </p:nvSpPr>
          <p:spPr>
            <a:xfrm flipV="1">
              <a:off x="5813513" y="319392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5" name="View.ISO.Edge.BearingBlock_edge_10_segment_12_interval_1_Silhouette.1"/>
            <p:cNvSpPr/>
            <p:nvPr/>
          </p:nvSpPr>
          <p:spPr>
            <a:xfrm flipV="1">
              <a:off x="5813516" y="3193884"/>
              <a:ext cx="150" cy="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6" name="View.ISO.Edge.BearingBlock_edge_10_segment_12_interval_2_Silhouette.1"/>
            <p:cNvSpPr/>
            <p:nvPr/>
          </p:nvSpPr>
          <p:spPr>
            <a:xfrm flipV="1">
              <a:off x="5813666" y="3193606"/>
              <a:ext cx="1019" cy="2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7" name="View.ISO.Edge.BearingBlock_edge_10_segment_12_interval_3_Silhouette.1"/>
            <p:cNvSpPr/>
            <p:nvPr/>
          </p:nvSpPr>
          <p:spPr>
            <a:xfrm flipV="1">
              <a:off x="5814685" y="3193586"/>
              <a:ext cx="7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8" name="View.ISO.Edge.BearingBlock_edge_10_segment_12_interval_4_Silhouette.1"/>
            <p:cNvSpPr/>
            <p:nvPr/>
          </p:nvSpPr>
          <p:spPr>
            <a:xfrm flipV="1">
              <a:off x="5814757" y="3193319"/>
              <a:ext cx="976" cy="2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9" name="View.ISO.Edge.BearingBlock_edge_10_segment_12_interval_5_Silhouette.1"/>
            <p:cNvSpPr/>
            <p:nvPr/>
          </p:nvSpPr>
          <p:spPr>
            <a:xfrm flipV="1">
              <a:off x="5815733" y="3192926"/>
              <a:ext cx="1441" cy="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0" name="View.ISO.Edge.BearingBlock_edge_10_segment_12_interval_6_Silhouette.1"/>
            <p:cNvSpPr/>
            <p:nvPr/>
          </p:nvSpPr>
          <p:spPr>
            <a:xfrm flipV="1">
              <a:off x="5817174" y="3192714"/>
              <a:ext cx="776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1" name="View.ISO.Edge.BearingBlock_edge_10_segment_12_interval_7_Silhouette.1"/>
            <p:cNvSpPr/>
            <p:nvPr/>
          </p:nvSpPr>
          <p:spPr>
            <a:xfrm flipV="1">
              <a:off x="5817950" y="3192266"/>
              <a:ext cx="1641" cy="4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2" name="View.ISO.Edge.BearingBlock_edge_10_segment_12_interval_8_Silhouette.1"/>
            <p:cNvSpPr/>
            <p:nvPr/>
          </p:nvSpPr>
          <p:spPr>
            <a:xfrm flipV="1">
              <a:off x="5819591" y="3192108"/>
              <a:ext cx="576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3" name="View.ISO.Edge.BearingBlock_edge_10_segment_12_interval_9_Silhouette.1"/>
            <p:cNvSpPr/>
            <p:nvPr/>
          </p:nvSpPr>
          <p:spPr>
            <a:xfrm flipV="1">
              <a:off x="5820168" y="3191606"/>
              <a:ext cx="1841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4" name="View.ISO.Edge.BearingBlock_edge_10_segment_12_interval_10_Silhouette.1"/>
            <p:cNvSpPr/>
            <p:nvPr/>
          </p:nvSpPr>
          <p:spPr>
            <a:xfrm flipV="1">
              <a:off x="5822008" y="3191503"/>
              <a:ext cx="377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5" name="View.ISO.Edge.BearingBlock_edge_10_segment_12_interval_11_Silhouette.1"/>
            <p:cNvSpPr/>
            <p:nvPr/>
          </p:nvSpPr>
          <p:spPr>
            <a:xfrm flipV="1">
              <a:off x="5822385" y="3191230"/>
              <a:ext cx="1000" cy="2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6" name="View.ISO.Edge.BearingBlock_edge_10_segment_13_interval_0_Silhouette.1"/>
            <p:cNvSpPr/>
            <p:nvPr/>
          </p:nvSpPr>
          <p:spPr>
            <a:xfrm flipV="1">
              <a:off x="5823385" y="3190918"/>
              <a:ext cx="900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7" name="View.ISO.Edge.BearingBlock_edge_10_segment_13_interval_1_Silhouette.1"/>
            <p:cNvSpPr/>
            <p:nvPr/>
          </p:nvSpPr>
          <p:spPr>
            <a:xfrm flipV="1">
              <a:off x="5824285" y="3190861"/>
              <a:ext cx="165" cy="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8" name="View.ISO.Edge.BearingBlock_edge_10_segment_13_interval_2_Silhouette.1"/>
            <p:cNvSpPr/>
            <p:nvPr/>
          </p:nvSpPr>
          <p:spPr>
            <a:xfrm flipV="1">
              <a:off x="5824450" y="3190388"/>
              <a:ext cx="1367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9" name="View.ISO.Edge.BearingBlock_edge_10_segment_13_interval_3_Silhouette.1"/>
            <p:cNvSpPr/>
            <p:nvPr/>
          </p:nvSpPr>
          <p:spPr>
            <a:xfrm flipV="1">
              <a:off x="5825818" y="3190194"/>
              <a:ext cx="560" cy="1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0" name="View.ISO.Edge.BearingBlock_edge_10_segment_13_interval_4_Silhouette.1"/>
            <p:cNvSpPr/>
            <p:nvPr/>
          </p:nvSpPr>
          <p:spPr>
            <a:xfrm flipV="1">
              <a:off x="5826377" y="319019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1" name="View.ISO.Edge.BearingBlock_edge_10_segment_13_interval_5_Silhouette.1"/>
            <p:cNvSpPr/>
            <p:nvPr/>
          </p:nvSpPr>
          <p:spPr>
            <a:xfrm flipV="1">
              <a:off x="5826391" y="3190128"/>
              <a:ext cx="177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2" name="View.ISO.Edge.BearingBlock_edge_10_segment_13_interval_6_Silhouette.1"/>
            <p:cNvSpPr/>
            <p:nvPr/>
          </p:nvSpPr>
          <p:spPr>
            <a:xfrm flipV="1">
              <a:off x="5826568" y="3189842"/>
              <a:ext cx="827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3" name="View.ISO.Edge.BearingBlock_edge_10_segment_13_interval_7_Silhouette.1"/>
            <p:cNvSpPr/>
            <p:nvPr/>
          </p:nvSpPr>
          <p:spPr>
            <a:xfrm flipV="1">
              <a:off x="5827395" y="3189676"/>
              <a:ext cx="481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4" name="View.ISO.Edge.BearingBlock_edge_10_segment_13_interval_8_Silhouette.1"/>
            <p:cNvSpPr/>
            <p:nvPr/>
          </p:nvSpPr>
          <p:spPr>
            <a:xfrm flipV="1">
              <a:off x="5827876" y="3189646"/>
              <a:ext cx="8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5" name="View.ISO.Edge.BearingBlock_edge_10_segment_13_interval_9_Silhouette.1"/>
            <p:cNvSpPr/>
            <p:nvPr/>
          </p:nvSpPr>
          <p:spPr>
            <a:xfrm flipV="1">
              <a:off x="5827963" y="3189547"/>
              <a:ext cx="286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6" name="View.ISO.Edge.BearingBlock_edge_10_segment_13_interval_10_Silhouette.1"/>
            <p:cNvSpPr/>
            <p:nvPr/>
          </p:nvSpPr>
          <p:spPr>
            <a:xfrm flipV="1">
              <a:off x="5828250" y="3189178"/>
              <a:ext cx="1066" cy="3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7" name="View.ISO.Edge.BearingBlock_edge_10_segment_13_interval_11_Silhouette.1"/>
            <p:cNvSpPr/>
            <p:nvPr/>
          </p:nvSpPr>
          <p:spPr>
            <a:xfrm flipV="1">
              <a:off x="5829315" y="3189114"/>
              <a:ext cx="183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8" name="View.ISO.Edge.BearingBlock_edge_10_segment_13_interval_12_Silhouette.1"/>
            <p:cNvSpPr/>
            <p:nvPr/>
          </p:nvSpPr>
          <p:spPr>
            <a:xfrm flipV="1">
              <a:off x="5829498" y="3188680"/>
              <a:ext cx="125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9" name="View.ISO.Edge.BearingBlock_edge_10_segment_13_interval_13_Silhouette.1"/>
            <p:cNvSpPr/>
            <p:nvPr/>
          </p:nvSpPr>
          <p:spPr>
            <a:xfrm flipV="1">
              <a:off x="5830755" y="3188583"/>
              <a:ext cx="279" cy="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0" name="View.ISO.Edge.BearingBlock_edge_10_segment_13_interval_14_Silhouette.1"/>
            <p:cNvSpPr/>
            <p:nvPr/>
          </p:nvSpPr>
          <p:spPr>
            <a:xfrm flipV="1">
              <a:off x="5831034" y="3188182"/>
              <a:ext cx="1160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1" name="View.ISO.Edge.BearingBlock_edge_10_segment_13_interval_15_Silhouette.1"/>
            <p:cNvSpPr/>
            <p:nvPr/>
          </p:nvSpPr>
          <p:spPr>
            <a:xfrm flipV="1">
              <a:off x="5832194" y="3188052"/>
              <a:ext cx="375" cy="1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2" name="View.ISO.Edge.BearingBlock_edge_10_segment_13_interval_16_Silhouette.1"/>
            <p:cNvSpPr/>
            <p:nvPr/>
          </p:nvSpPr>
          <p:spPr>
            <a:xfrm flipV="1">
              <a:off x="5832569" y="3187989"/>
              <a:ext cx="183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3" name="View.ISO.Edge.BearingBlock_edge_10_segment_14_interval_0_Silhouette.1"/>
            <p:cNvSpPr/>
            <p:nvPr/>
          </p:nvSpPr>
          <p:spPr>
            <a:xfrm flipV="1">
              <a:off x="5832752" y="3187647"/>
              <a:ext cx="799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4" name="View.ISO.Edge.BearingBlock_edge_10_segment_14_interval_1_Silhouette.1"/>
            <p:cNvSpPr/>
            <p:nvPr/>
          </p:nvSpPr>
          <p:spPr>
            <a:xfrm flipV="1">
              <a:off x="5833550" y="3187467"/>
              <a:ext cx="419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5" name="View.ISO.Edge.BearingBlock_edge_10_segment_14_interval_2_Silhouette.1"/>
            <p:cNvSpPr/>
            <p:nvPr/>
          </p:nvSpPr>
          <p:spPr>
            <a:xfrm flipV="1">
              <a:off x="5833969" y="3187088"/>
              <a:ext cx="885" cy="3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6" name="View.ISO.Edge.BearingBlock_edge_10_segment_14_interval_3_Silhouette.1"/>
            <p:cNvSpPr/>
            <p:nvPr/>
          </p:nvSpPr>
          <p:spPr>
            <a:xfrm flipV="1">
              <a:off x="5834854" y="3186876"/>
              <a:ext cx="497" cy="2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7" name="View.ISO.Edge.BearingBlock_edge_10_segment_14_interval_4_Silhouette.1"/>
            <p:cNvSpPr/>
            <p:nvPr/>
          </p:nvSpPr>
          <p:spPr>
            <a:xfrm flipV="1">
              <a:off x="5835351" y="3186530"/>
              <a:ext cx="807" cy="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8" name="View.ISO.Edge.BearingBlock_edge_10_segment_14_interval_5_Silhouette.1"/>
            <p:cNvSpPr/>
            <p:nvPr/>
          </p:nvSpPr>
          <p:spPr>
            <a:xfrm flipV="1">
              <a:off x="5836158" y="3186284"/>
              <a:ext cx="575" cy="2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9" name="View.ISO.Edge.BearingBlock_edge_10_segment_14_interval_6_Silhouette.1"/>
            <p:cNvSpPr/>
            <p:nvPr/>
          </p:nvSpPr>
          <p:spPr>
            <a:xfrm flipV="1">
              <a:off x="5836733" y="3185972"/>
              <a:ext cx="729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0" name="View.ISO.Edge.BearingBlock_edge_10_segment_14_interval_7_Silhouette.1"/>
            <p:cNvSpPr/>
            <p:nvPr/>
          </p:nvSpPr>
          <p:spPr>
            <a:xfrm flipV="1">
              <a:off x="5837461" y="3185692"/>
              <a:ext cx="653" cy="2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1" name="View.ISO.Edge.BearingBlock_edge_10_segment_14_interval_8_Silhouette.1"/>
            <p:cNvSpPr/>
            <p:nvPr/>
          </p:nvSpPr>
          <p:spPr>
            <a:xfrm flipV="1">
              <a:off x="5838114" y="3185414"/>
              <a:ext cx="650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2" name="View.ISO.Edge.BearingBlock_edge_10_segment_14_interval_9_Silhouette.1"/>
            <p:cNvSpPr/>
            <p:nvPr/>
          </p:nvSpPr>
          <p:spPr>
            <a:xfrm flipV="1">
              <a:off x="5838765" y="3185321"/>
              <a:ext cx="217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3" name="View.ISO.Edge.BearingBlock_edge_10_segment_14_interval_10_Silhouette.1"/>
            <p:cNvSpPr/>
            <p:nvPr/>
          </p:nvSpPr>
          <p:spPr>
            <a:xfrm flipV="1">
              <a:off x="5838982" y="3185101"/>
              <a:ext cx="514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4" name="View.ISO.Edge.BearingBlock_edge_10_segment_14_interval_11_Silhouette.1"/>
            <p:cNvSpPr/>
            <p:nvPr/>
          </p:nvSpPr>
          <p:spPr>
            <a:xfrm flipV="1">
              <a:off x="5839496" y="3184856"/>
              <a:ext cx="572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5" name="View.ISO.Edge.BearingBlock_edge_10_segment_14_interval_12_Silhouette.1"/>
            <p:cNvSpPr/>
            <p:nvPr/>
          </p:nvSpPr>
          <p:spPr>
            <a:xfrm flipV="1">
              <a:off x="5840068" y="3184509"/>
              <a:ext cx="809" cy="3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6" name="View.ISO.Edge.BearingBlock_edge_10_segment_14_interval_13_Silhouette.1"/>
            <p:cNvSpPr/>
            <p:nvPr/>
          </p:nvSpPr>
          <p:spPr>
            <a:xfrm flipV="1">
              <a:off x="5840878" y="3184297"/>
              <a:ext cx="494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7" name="View.ISO.Edge.BearingBlock_edge_10_segment_14_interval_14_Silhouette.1"/>
            <p:cNvSpPr/>
            <p:nvPr/>
          </p:nvSpPr>
          <p:spPr>
            <a:xfrm flipV="1">
              <a:off x="5841372" y="3184233"/>
              <a:ext cx="151" cy="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8" name="View.ISO.Edge.BearingBlock_edge_10_segment_15_interval_0_Silhouette.1"/>
            <p:cNvSpPr/>
            <p:nvPr/>
          </p:nvSpPr>
          <p:spPr>
            <a:xfrm flipV="1">
              <a:off x="5841523" y="3183887"/>
              <a:ext cx="660" cy="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9" name="View.ISO.Edge.BearingBlock_edge_10_segment_15_interval_1_Silhouette.1"/>
            <p:cNvSpPr/>
            <p:nvPr/>
          </p:nvSpPr>
          <p:spPr>
            <a:xfrm flipV="1">
              <a:off x="5842183" y="3183689"/>
              <a:ext cx="379" cy="1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0" name="View.ISO.Edge.BearingBlock_edge_10_segment_15_interval_2_Silhouette.1"/>
            <p:cNvSpPr/>
            <p:nvPr/>
          </p:nvSpPr>
          <p:spPr>
            <a:xfrm flipV="1">
              <a:off x="5842562" y="3183239"/>
              <a:ext cx="860" cy="4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1" name="View.ISO.Edge.BearingBlock_edge_10_segment_15_interval_3_Silhouette.1"/>
            <p:cNvSpPr/>
            <p:nvPr/>
          </p:nvSpPr>
          <p:spPr>
            <a:xfrm flipV="1">
              <a:off x="5843422" y="3183074"/>
              <a:ext cx="316" cy="1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2" name="View.ISO.Edge.BearingBlock_edge_10_segment_15_interval_4_Silhouette.1"/>
            <p:cNvSpPr/>
            <p:nvPr/>
          </p:nvSpPr>
          <p:spPr>
            <a:xfrm flipV="1">
              <a:off x="5843738" y="3182591"/>
              <a:ext cx="923" cy="4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3" name="View.ISO.Edge.BearingBlock_edge_10_segment_15_interval_5_Silhouette.1"/>
            <p:cNvSpPr/>
            <p:nvPr/>
          </p:nvSpPr>
          <p:spPr>
            <a:xfrm flipV="1">
              <a:off x="5844660" y="3182459"/>
              <a:ext cx="253" cy="1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4" name="View.ISO.Edge.BearingBlock_edge_10_segment_15_interval_6_Silhouette.1"/>
            <p:cNvSpPr/>
            <p:nvPr/>
          </p:nvSpPr>
          <p:spPr>
            <a:xfrm flipV="1">
              <a:off x="5844913" y="3181943"/>
              <a:ext cx="986" cy="5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5" name="View.ISO.Edge.BearingBlock_edge_10_segment_15_interval_7_Silhouette.1"/>
            <p:cNvSpPr/>
            <p:nvPr/>
          </p:nvSpPr>
          <p:spPr>
            <a:xfrm flipV="1">
              <a:off x="5845899" y="3181844"/>
              <a:ext cx="189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6" name="View.ISO.Edge.BearingBlock_edge_10_segment_15_interval_8_Silhouette.1"/>
            <p:cNvSpPr/>
            <p:nvPr/>
          </p:nvSpPr>
          <p:spPr>
            <a:xfrm flipV="1">
              <a:off x="5846088" y="3181295"/>
              <a:ext cx="1049" cy="5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7" name="View.ISO.Edge.BearingBlock_edge_10_segment_15_interval_9_Silhouette.1"/>
            <p:cNvSpPr/>
            <p:nvPr/>
          </p:nvSpPr>
          <p:spPr>
            <a:xfrm flipV="1">
              <a:off x="5847137" y="3181229"/>
              <a:ext cx="126" cy="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8" name="View.ISO.Edge.BearingBlock_edge_10_segment_15_interval_10_Silhouette.1"/>
            <p:cNvSpPr/>
            <p:nvPr/>
          </p:nvSpPr>
          <p:spPr>
            <a:xfrm flipV="1">
              <a:off x="5847264" y="3180647"/>
              <a:ext cx="1112" cy="5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9" name="View.ISO.Edge.BearingBlock_edge_10_segment_15_interval_11_Silhouette.1"/>
            <p:cNvSpPr/>
            <p:nvPr/>
          </p:nvSpPr>
          <p:spPr>
            <a:xfrm flipV="1">
              <a:off x="5848376" y="3180614"/>
              <a:ext cx="6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0" name="View.ISO.Edge.BearingBlock_edge_10_segment_15_interval_12_Silhouette.1"/>
            <p:cNvSpPr/>
            <p:nvPr/>
          </p:nvSpPr>
          <p:spPr>
            <a:xfrm flipV="1">
              <a:off x="5848439" y="3179999"/>
              <a:ext cx="1175" cy="6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1" name="View.ISO.Edge.BearingBlock_edge_10_segment_16_interval_0_Silhouette.1"/>
            <p:cNvSpPr/>
            <p:nvPr/>
          </p:nvSpPr>
          <p:spPr>
            <a:xfrm flipV="1">
              <a:off x="5849614" y="3179478"/>
              <a:ext cx="817" cy="5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2" name="View.ISO.Edge.BearingBlock_edge_10_segment_16_interval_1_Silhouette.1"/>
            <p:cNvSpPr/>
            <p:nvPr/>
          </p:nvSpPr>
          <p:spPr>
            <a:xfrm flipV="1">
              <a:off x="5850432" y="3179453"/>
              <a:ext cx="4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3" name="View.ISO.Edge.BearingBlock_edge_10_segment_16_interval_2_Silhouette.1"/>
            <p:cNvSpPr/>
            <p:nvPr/>
          </p:nvSpPr>
          <p:spPr>
            <a:xfrm flipV="1">
              <a:off x="5850471" y="3178957"/>
              <a:ext cx="778" cy="4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4" name="View.ISO.Edge.BearingBlock_edge_10_segment_16_interval_3_Silhouette.1"/>
            <p:cNvSpPr/>
            <p:nvPr/>
          </p:nvSpPr>
          <p:spPr>
            <a:xfrm flipV="1">
              <a:off x="5851249" y="3178907"/>
              <a:ext cx="79" cy="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5" name="View.ISO.Edge.BearingBlock_edge_10_segment_16_interval_4_Silhouette.1"/>
            <p:cNvSpPr/>
            <p:nvPr/>
          </p:nvSpPr>
          <p:spPr>
            <a:xfrm flipV="1">
              <a:off x="5851328" y="3178437"/>
              <a:ext cx="738" cy="4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6" name="View.ISO.Edge.BearingBlock_edge_10_segment_16_interval_5_Silhouette.1"/>
            <p:cNvSpPr/>
            <p:nvPr/>
          </p:nvSpPr>
          <p:spPr>
            <a:xfrm flipV="1">
              <a:off x="5852067" y="3178361"/>
              <a:ext cx="119" cy="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7" name="View.ISO.Edge.BearingBlock_edge_10_segment_16_interval_6_Silhouette.1"/>
            <p:cNvSpPr/>
            <p:nvPr/>
          </p:nvSpPr>
          <p:spPr>
            <a:xfrm flipV="1">
              <a:off x="5852185" y="3177916"/>
              <a:ext cx="699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8" name="View.ISO.Edge.BearingBlock_edge_10_segment_16_interval_7_Silhouette.1"/>
            <p:cNvSpPr/>
            <p:nvPr/>
          </p:nvSpPr>
          <p:spPr>
            <a:xfrm flipV="1">
              <a:off x="5852884" y="3177815"/>
              <a:ext cx="158" cy="1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9" name="View.ISO.Edge.BearingBlock_edge_10_segment_16_interval_8_Silhouette.1"/>
            <p:cNvSpPr/>
            <p:nvPr/>
          </p:nvSpPr>
          <p:spPr>
            <a:xfrm flipV="1">
              <a:off x="5853042" y="3177395"/>
              <a:ext cx="659" cy="4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0" name="View.ISO.Edge.BearingBlock_edge_10_segment_16_interval_9_Silhouette.1"/>
            <p:cNvSpPr/>
            <p:nvPr/>
          </p:nvSpPr>
          <p:spPr>
            <a:xfrm flipV="1">
              <a:off x="5853701" y="3177269"/>
              <a:ext cx="198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1" name="View.ISO.Edge.BearingBlock_edge_10_segment_16_interval_10_Silhouette.1"/>
            <p:cNvSpPr/>
            <p:nvPr/>
          </p:nvSpPr>
          <p:spPr>
            <a:xfrm flipV="1">
              <a:off x="5853899" y="3176875"/>
              <a:ext cx="619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2" name="View.ISO.Edge.BearingBlock_edge_10_segment_16_interval_11_Silhouette.1"/>
            <p:cNvSpPr/>
            <p:nvPr/>
          </p:nvSpPr>
          <p:spPr>
            <a:xfrm flipV="1">
              <a:off x="5854519" y="3176723"/>
              <a:ext cx="238" cy="1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3" name="View.ISO.Edge.BearingBlock_edge_10_segment_16_interval_12_Silhouette.1"/>
            <p:cNvSpPr/>
            <p:nvPr/>
          </p:nvSpPr>
          <p:spPr>
            <a:xfrm flipV="1">
              <a:off x="5854756" y="3176354"/>
              <a:ext cx="580" cy="3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4" name="View.ISO.Edge.BearingBlock_edge_10_segment_16_interval_13_Silhouette.1"/>
            <p:cNvSpPr/>
            <p:nvPr/>
          </p:nvSpPr>
          <p:spPr>
            <a:xfrm flipV="1">
              <a:off x="5855336" y="3176177"/>
              <a:ext cx="277" cy="1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5" name="View.ISO.Edge.BearingBlock_edge_10_segment_16_interval_14_Silhouette.1"/>
            <p:cNvSpPr/>
            <p:nvPr/>
          </p:nvSpPr>
          <p:spPr>
            <a:xfrm flipV="1">
              <a:off x="5855613" y="3175833"/>
              <a:ext cx="540" cy="3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6" name="View.ISO.Edge.BearingBlock_edge_10_segment_16_interval_15_Silhouette.1"/>
            <p:cNvSpPr/>
            <p:nvPr/>
          </p:nvSpPr>
          <p:spPr>
            <a:xfrm flipV="1">
              <a:off x="5856154" y="3175631"/>
              <a:ext cx="317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7" name="View.ISO.Edge.BearingBlock_edge_10_segment_16_interval_16_Silhouette.1"/>
            <p:cNvSpPr/>
            <p:nvPr/>
          </p:nvSpPr>
          <p:spPr>
            <a:xfrm flipV="1">
              <a:off x="5856470" y="3175327"/>
              <a:ext cx="477" cy="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8" name="View.ISO.Edge.BearingBlock_edge_10_segment_17_interval_0_Silhouette.1"/>
            <p:cNvSpPr/>
            <p:nvPr/>
          </p:nvSpPr>
          <p:spPr>
            <a:xfrm flipV="1">
              <a:off x="5856948" y="31753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9" name="View.ISO.Edge.BearingBlock_edge_10_segment_17_interval_1_Silhouette.1"/>
            <p:cNvSpPr/>
            <p:nvPr/>
          </p:nvSpPr>
          <p:spPr>
            <a:xfrm flipV="1">
              <a:off x="5856969" y="3175060"/>
              <a:ext cx="322" cy="2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0" name="View.ISO.Edge.BearingBlock_edge_10_segment_17_interval_2_Silhouette.1"/>
            <p:cNvSpPr/>
            <p:nvPr/>
          </p:nvSpPr>
          <p:spPr>
            <a:xfrm flipV="1">
              <a:off x="5857291" y="3174733"/>
              <a:ext cx="420" cy="3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1" name="View.ISO.Edge.BearingBlock_edge_10_segment_17_interval_3_Silhouette.1"/>
            <p:cNvSpPr/>
            <p:nvPr/>
          </p:nvSpPr>
          <p:spPr>
            <a:xfrm flipV="1">
              <a:off x="5857711" y="3174457"/>
              <a:ext cx="355" cy="2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2" name="View.ISO.Edge.BearingBlock_edge_10_segment_17_interval_4_Silhouette.1"/>
            <p:cNvSpPr/>
            <p:nvPr/>
          </p:nvSpPr>
          <p:spPr>
            <a:xfrm flipV="1">
              <a:off x="5858065" y="3174156"/>
              <a:ext cx="387" cy="3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3" name="View.ISO.Edge.BearingBlock_edge_10_segment_17_interval_5_Silhouette.1"/>
            <p:cNvSpPr/>
            <p:nvPr/>
          </p:nvSpPr>
          <p:spPr>
            <a:xfrm flipV="1">
              <a:off x="5858453" y="3173854"/>
              <a:ext cx="387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4" name="View.ISO.Edge.BearingBlock_edge_10_segment_17_interval_6_Silhouette.1"/>
            <p:cNvSpPr/>
            <p:nvPr/>
          </p:nvSpPr>
          <p:spPr>
            <a:xfrm flipV="1">
              <a:off x="5858840" y="3173578"/>
              <a:ext cx="355" cy="2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5" name="View.ISO.Edge.BearingBlock_edge_10_segment_17_interval_7_Silhouette.1"/>
            <p:cNvSpPr/>
            <p:nvPr/>
          </p:nvSpPr>
          <p:spPr>
            <a:xfrm flipV="1">
              <a:off x="5859194" y="3173252"/>
              <a:ext cx="420" cy="3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6" name="View.ISO.Edge.BearingBlock_edge_10_segment_17_interval_8_Silhouette.1"/>
            <p:cNvSpPr/>
            <p:nvPr/>
          </p:nvSpPr>
          <p:spPr>
            <a:xfrm flipV="1">
              <a:off x="5859614" y="3173001"/>
              <a:ext cx="322" cy="2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7" name="View.ISO.Edge.BearingBlock_edge_10_segment_17_interval_9_Silhouette.1"/>
            <p:cNvSpPr/>
            <p:nvPr/>
          </p:nvSpPr>
          <p:spPr>
            <a:xfrm flipV="1">
              <a:off x="5859936" y="3172649"/>
              <a:ext cx="452" cy="3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8" name="View.ISO.Edge.BearingBlock_edge_10_segment_17_interval_10_Silhouette.1"/>
            <p:cNvSpPr/>
            <p:nvPr/>
          </p:nvSpPr>
          <p:spPr>
            <a:xfrm flipV="1">
              <a:off x="5860388" y="3172423"/>
              <a:ext cx="290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9" name="View.ISO.Edge.BearingBlock_edge_10_segment_17_interval_11_Silhouette.1"/>
            <p:cNvSpPr/>
            <p:nvPr/>
          </p:nvSpPr>
          <p:spPr>
            <a:xfrm flipV="1">
              <a:off x="5860678" y="3172090"/>
              <a:ext cx="428" cy="3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0" name="View.ISO.Edge.BearingBlock_edge_10_segment_17_interval_12_Silhouette.1"/>
            <p:cNvSpPr/>
            <p:nvPr/>
          </p:nvSpPr>
          <p:spPr>
            <a:xfrm flipV="1">
              <a:off x="5861106" y="3172046"/>
              <a:ext cx="56" cy="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1" name="View.ISO.Edge.BearingBlock_edge_10_segment_17_interval_13_Silhouette.1"/>
            <p:cNvSpPr/>
            <p:nvPr/>
          </p:nvSpPr>
          <p:spPr>
            <a:xfrm flipV="1">
              <a:off x="5861163" y="3171846"/>
              <a:ext cx="257" cy="2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2" name="View.ISO.Edge.BearingBlock_edge_10_segment_17_interval_14_Silhouette.1"/>
            <p:cNvSpPr/>
            <p:nvPr/>
          </p:nvSpPr>
          <p:spPr>
            <a:xfrm flipV="1">
              <a:off x="5861420" y="3171443"/>
              <a:ext cx="517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3" name="View.ISO.Edge.BearingBlock_edge_10_segment_17_interval_15_Silhouette.1"/>
            <p:cNvSpPr/>
            <p:nvPr/>
          </p:nvSpPr>
          <p:spPr>
            <a:xfrm flipV="1">
              <a:off x="5861937" y="3171268"/>
              <a:ext cx="225" cy="1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4" name="View.ISO.Edge.BearingBlock_edge_10_segment_17_interval_16_Silhouette.1"/>
            <p:cNvSpPr/>
            <p:nvPr/>
          </p:nvSpPr>
          <p:spPr>
            <a:xfrm flipV="1">
              <a:off x="5862162" y="3170840"/>
              <a:ext cx="549" cy="4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5" name="View.ISO.Edge.BearingBlock_edge_10_segment_17_interval_17_Silhouette.1"/>
            <p:cNvSpPr/>
            <p:nvPr/>
          </p:nvSpPr>
          <p:spPr>
            <a:xfrm flipV="1">
              <a:off x="5862711" y="3170691"/>
              <a:ext cx="192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6" name="View.ISO.Edge.BearingBlock_edge_10_segment_17_interval_18_Silhouette.1"/>
            <p:cNvSpPr/>
            <p:nvPr/>
          </p:nvSpPr>
          <p:spPr>
            <a:xfrm flipV="1">
              <a:off x="5862904" y="3170263"/>
              <a:ext cx="549" cy="4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7" name="View.ISO.Edge.BearingBlock_edge_10_segment_18_interval_0_Silhouette.1"/>
            <p:cNvSpPr/>
            <p:nvPr/>
          </p:nvSpPr>
          <p:spPr>
            <a:xfrm flipV="1">
              <a:off x="5863453" y="317023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8" name="View.ISO.Edge.BearingBlock_edge_10_segment_18_interval_1_Silhouette.1"/>
            <p:cNvSpPr/>
            <p:nvPr/>
          </p:nvSpPr>
          <p:spPr>
            <a:xfrm flipV="1">
              <a:off x="5863482" y="3170097"/>
              <a:ext cx="143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9" name="View.ISO.Edge.BearingBlock_edge_10_segment_18_interval_2_Silhouette.1"/>
            <p:cNvSpPr/>
            <p:nvPr/>
          </p:nvSpPr>
          <p:spPr>
            <a:xfrm flipV="1">
              <a:off x="5863625" y="3169573"/>
              <a:ext cx="545" cy="5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0" name="View.ISO.Edge.BearingBlock_edge_10_segment_18_interval_3_Silhouette.1"/>
            <p:cNvSpPr/>
            <p:nvPr/>
          </p:nvSpPr>
          <p:spPr>
            <a:xfrm flipV="1">
              <a:off x="5864170" y="3169460"/>
              <a:ext cx="117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1" name="View.ISO.Edge.BearingBlock_edge_10_segment_18_interval_4_Silhouette.1"/>
            <p:cNvSpPr/>
            <p:nvPr/>
          </p:nvSpPr>
          <p:spPr>
            <a:xfrm flipV="1">
              <a:off x="5864287" y="3168910"/>
              <a:ext cx="571" cy="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2" name="View.ISO.Edge.BearingBlock_edge_10_segment_18_interval_5_Silhouette.1"/>
            <p:cNvSpPr/>
            <p:nvPr/>
          </p:nvSpPr>
          <p:spPr>
            <a:xfrm flipV="1">
              <a:off x="5864858" y="3168822"/>
              <a:ext cx="91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3" name="View.ISO.Edge.BearingBlock_edge_10_segment_18_interval_6_Silhouette.1"/>
            <p:cNvSpPr/>
            <p:nvPr/>
          </p:nvSpPr>
          <p:spPr>
            <a:xfrm flipV="1">
              <a:off x="5864949" y="3168248"/>
              <a:ext cx="596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4" name="View.ISO.Edge.BearingBlock_edge_10_segment_18_interval_7_Silhouette.1"/>
            <p:cNvSpPr/>
            <p:nvPr/>
          </p:nvSpPr>
          <p:spPr>
            <a:xfrm flipV="1">
              <a:off x="5865545" y="3168185"/>
              <a:ext cx="66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5" name="View.ISO.Edge.BearingBlock_edge_10_segment_18_interval_8_Silhouette.1"/>
            <p:cNvSpPr/>
            <p:nvPr/>
          </p:nvSpPr>
          <p:spPr>
            <a:xfrm flipV="1">
              <a:off x="5865611" y="3167585"/>
              <a:ext cx="622" cy="5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6" name="View.ISO.Edge.BearingBlock_edge_10_segment_18_interval_9_Silhouette.1"/>
            <p:cNvSpPr/>
            <p:nvPr/>
          </p:nvSpPr>
          <p:spPr>
            <a:xfrm flipV="1">
              <a:off x="5866233" y="3167547"/>
              <a:ext cx="40" cy="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7" name="View.ISO.Edge.BearingBlock_edge_10_segment_18_interval_10_Silhouette.1"/>
            <p:cNvSpPr/>
            <p:nvPr/>
          </p:nvSpPr>
          <p:spPr>
            <a:xfrm flipV="1">
              <a:off x="5866273" y="3167170"/>
              <a:ext cx="391" cy="3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8" name="View.ISO.Edge.BearingBlock_edge_10_segment_18_interval_11_Silhouette.1"/>
            <p:cNvSpPr/>
            <p:nvPr/>
          </p:nvSpPr>
          <p:spPr>
            <a:xfrm flipV="1">
              <a:off x="5866664" y="3166923"/>
              <a:ext cx="257" cy="2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9" name="View.ISO.Edge.BearingBlock_edge_10_segment_18_interval_12_Silhouette.1"/>
            <p:cNvSpPr/>
            <p:nvPr/>
          </p:nvSpPr>
          <p:spPr>
            <a:xfrm flipV="1">
              <a:off x="5866921" y="316690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0" name="View.ISO.Edge.BearingBlock_edge_10_segment_18_interval_13_Silhouette.1"/>
            <p:cNvSpPr/>
            <p:nvPr/>
          </p:nvSpPr>
          <p:spPr>
            <a:xfrm flipV="1">
              <a:off x="5866935" y="3166559"/>
              <a:ext cx="364" cy="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1" name="View.ISO.Edge.BearingBlock_edge_10_segment_18_interval_14_Silhouette.1"/>
            <p:cNvSpPr/>
            <p:nvPr/>
          </p:nvSpPr>
          <p:spPr>
            <a:xfrm flipV="1">
              <a:off x="5867298" y="3166350"/>
              <a:ext cx="217" cy="2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2" name="View.ISO.Edge.BearingBlock_edge_10_segment_18_interval_15_Silhouette.1"/>
            <p:cNvSpPr/>
            <p:nvPr/>
          </p:nvSpPr>
          <p:spPr>
            <a:xfrm flipV="1">
              <a:off x="5867516" y="316634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3" name="View.ISO.Edge.BearingBlock_edge_10_segment_18_interval_16_Silhouette.1"/>
            <p:cNvSpPr/>
            <p:nvPr/>
          </p:nvSpPr>
          <p:spPr>
            <a:xfrm flipV="1">
              <a:off x="5867526" y="3166260"/>
              <a:ext cx="84" cy="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4" name="View.ISO.Edge.BearingBlock_edge_10_segment_18_interval_17_Silhouette.1"/>
            <p:cNvSpPr/>
            <p:nvPr/>
          </p:nvSpPr>
          <p:spPr>
            <a:xfrm flipV="1">
              <a:off x="5867609" y="3166167"/>
              <a:ext cx="97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5" name="View.ISO.Edge.BearingBlock_edge_10_segment_18_interval_18_Silhouette.1"/>
            <p:cNvSpPr/>
            <p:nvPr/>
          </p:nvSpPr>
          <p:spPr>
            <a:xfrm flipV="1">
              <a:off x="5867706" y="3165886"/>
              <a:ext cx="292" cy="2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6" name="View.ISO.Edge.BearingBlock_edge_10_segment_18_interval_19_Silhouette.1"/>
            <p:cNvSpPr/>
            <p:nvPr/>
          </p:nvSpPr>
          <p:spPr>
            <a:xfrm flipV="1">
              <a:off x="5867998" y="316585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7" name="View.ISO.Edge.BearingBlock_edge_10_segment_18_interval_20_Silhouette.1"/>
            <p:cNvSpPr/>
            <p:nvPr/>
          </p:nvSpPr>
          <p:spPr>
            <a:xfrm flipV="1">
              <a:off x="5868029" y="3165422"/>
              <a:ext cx="450" cy="4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8" name="View.ISO.Edge.BearingBlock_edge_10_segment_18_interval_21_Silhouette.1"/>
            <p:cNvSpPr/>
            <p:nvPr/>
          </p:nvSpPr>
          <p:spPr>
            <a:xfrm flipV="1">
              <a:off x="5868479" y="3165370"/>
              <a:ext cx="54" cy="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9" name="View.ISO.Edge.BearingBlock_edge_10_segment_18_interval_22_Silhouette.1"/>
            <p:cNvSpPr/>
            <p:nvPr/>
          </p:nvSpPr>
          <p:spPr>
            <a:xfrm flipV="1">
              <a:off x="5868533" y="3164957"/>
              <a:ext cx="428" cy="4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0" name="View.ISO.Edge.BearingBlock_edge_10_segment_18_interval_23_Silhouette.1"/>
            <p:cNvSpPr/>
            <p:nvPr/>
          </p:nvSpPr>
          <p:spPr>
            <a:xfrm flipV="1">
              <a:off x="5868961" y="3164885"/>
              <a:ext cx="75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1" name="View.ISO.Edge.BearingBlock_edge_10_segment_18_interval_24_Silhouette.1"/>
            <p:cNvSpPr/>
            <p:nvPr/>
          </p:nvSpPr>
          <p:spPr>
            <a:xfrm flipV="1">
              <a:off x="5869037" y="316485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2" name="View.ISO.Edge.BearingBlock_edge_10_segment_19_interval_0_Silhouette.1"/>
            <p:cNvSpPr/>
            <p:nvPr/>
          </p:nvSpPr>
          <p:spPr>
            <a:xfrm flipV="1">
              <a:off x="5869067" y="3164442"/>
              <a:ext cx="339" cy="4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3" name="View.ISO.Edge.BearingBlock_edge_10_segment_19_interval_1_Silhouette.1"/>
            <p:cNvSpPr/>
            <p:nvPr/>
          </p:nvSpPr>
          <p:spPr>
            <a:xfrm flipV="1">
              <a:off x="5869406" y="3164337"/>
              <a:ext cx="86" cy="1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4" name="View.ISO.Edge.BearingBlock_edge_10_segment_19_interval_2_Silhouette.1"/>
            <p:cNvSpPr/>
            <p:nvPr/>
          </p:nvSpPr>
          <p:spPr>
            <a:xfrm flipV="1">
              <a:off x="5869492" y="3163911"/>
              <a:ext cx="349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5" name="View.ISO.Edge.BearingBlock_edge_10_segment_19_interval_3_Silhouette.1"/>
            <p:cNvSpPr/>
            <p:nvPr/>
          </p:nvSpPr>
          <p:spPr>
            <a:xfrm flipV="1">
              <a:off x="5869840" y="3163785"/>
              <a:ext cx="103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6" name="View.ISO.Edge.BearingBlock_edge_10_segment_19_interval_4_Silhouette.1"/>
            <p:cNvSpPr/>
            <p:nvPr/>
          </p:nvSpPr>
          <p:spPr>
            <a:xfrm flipV="1">
              <a:off x="5869944" y="3163381"/>
              <a:ext cx="331" cy="4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7" name="View.ISO.Edge.BearingBlock_edge_10_segment_19_interval_5_Silhouette.1"/>
            <p:cNvSpPr/>
            <p:nvPr/>
          </p:nvSpPr>
          <p:spPr>
            <a:xfrm flipV="1">
              <a:off x="5870275" y="3163233"/>
              <a:ext cx="121" cy="1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8" name="View.ISO.Edge.BearingBlock_edge_10_segment_19_interval_6_Silhouette.1"/>
            <p:cNvSpPr/>
            <p:nvPr/>
          </p:nvSpPr>
          <p:spPr>
            <a:xfrm flipV="1">
              <a:off x="5870396" y="3162851"/>
              <a:ext cx="313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9" name="View.ISO.Edge.BearingBlock_edge_10_segment_19_interval_7_Silhouette.1"/>
            <p:cNvSpPr/>
            <p:nvPr/>
          </p:nvSpPr>
          <p:spPr>
            <a:xfrm flipV="1">
              <a:off x="5870709" y="3162682"/>
              <a:ext cx="139" cy="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0" name="View.ISO.Edge.BearingBlock_edge_10_segment_19_interval_8_Silhouette.1"/>
            <p:cNvSpPr/>
            <p:nvPr/>
          </p:nvSpPr>
          <p:spPr>
            <a:xfrm flipV="1">
              <a:off x="5870848" y="3162321"/>
              <a:ext cx="296" cy="3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1" name="View.ISO.Edge.BearingBlock_edge_10_segment_19_interval_9_Silhouette.1"/>
            <p:cNvSpPr/>
            <p:nvPr/>
          </p:nvSpPr>
          <p:spPr>
            <a:xfrm flipV="1">
              <a:off x="5871144" y="3162130"/>
              <a:ext cx="156" cy="1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2" name="View.ISO.Edge.BearingBlock_edge_10_segment_19_interval_10_Silhouette.1"/>
            <p:cNvSpPr/>
            <p:nvPr/>
          </p:nvSpPr>
          <p:spPr>
            <a:xfrm flipV="1">
              <a:off x="5871300" y="3161790"/>
              <a:ext cx="278" cy="3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3" name="View.ISO.Edge.BearingBlock_edge_10_segment_19_interval_11_Silhouette.1"/>
            <p:cNvSpPr/>
            <p:nvPr/>
          </p:nvSpPr>
          <p:spPr>
            <a:xfrm flipV="1">
              <a:off x="5871578" y="3161578"/>
              <a:ext cx="174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4" name="View.ISO.Edge.BearingBlock_edge_10_segment_19_interval_12_Silhouette.1"/>
            <p:cNvSpPr/>
            <p:nvPr/>
          </p:nvSpPr>
          <p:spPr>
            <a:xfrm flipV="1">
              <a:off x="5871752" y="3161275"/>
              <a:ext cx="249" cy="3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5" name="View.ISO.Edge.BearingBlock_edge_10_segment_19_interval_13_Silhouette.1"/>
            <p:cNvSpPr/>
            <p:nvPr/>
          </p:nvSpPr>
          <p:spPr>
            <a:xfrm flipV="1">
              <a:off x="5872001" y="316126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6" name="View.ISO.Edge.BearingBlock_edge_10_segment_19_interval_14_Silhouette.1"/>
            <p:cNvSpPr/>
            <p:nvPr/>
          </p:nvSpPr>
          <p:spPr>
            <a:xfrm flipV="1">
              <a:off x="5872012" y="3161026"/>
              <a:ext cx="192" cy="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7" name="View.ISO.Edge.BearingBlock_edge_10_segment_19_interval_15_Silhouette.1"/>
            <p:cNvSpPr/>
            <p:nvPr/>
          </p:nvSpPr>
          <p:spPr>
            <a:xfrm flipV="1">
              <a:off x="5872204" y="3160730"/>
              <a:ext cx="243" cy="2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8" name="View.ISO.Edge.BearingBlock_edge_10_segment_19_interval_16_Silhouette.1"/>
            <p:cNvSpPr/>
            <p:nvPr/>
          </p:nvSpPr>
          <p:spPr>
            <a:xfrm flipV="1">
              <a:off x="5872447" y="3160474"/>
              <a:ext cx="209" cy="2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9" name="View.ISO.Edge.BearingBlock_edge_10_segment_19_interval_17_Silhouette.1"/>
            <p:cNvSpPr/>
            <p:nvPr/>
          </p:nvSpPr>
          <p:spPr>
            <a:xfrm flipV="1">
              <a:off x="5872656" y="3160200"/>
              <a:ext cx="225" cy="2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0" name="View.ISO.Edge.BearingBlock_edge_10_segment_19_interval_18_Silhouette.1"/>
            <p:cNvSpPr/>
            <p:nvPr/>
          </p:nvSpPr>
          <p:spPr>
            <a:xfrm flipV="1">
              <a:off x="5872881" y="3159923"/>
              <a:ext cx="227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1" name="View.ISO.Edge.BearingBlock_edge_10_segment_19_interval_19_Silhouette.1"/>
            <p:cNvSpPr/>
            <p:nvPr/>
          </p:nvSpPr>
          <p:spPr>
            <a:xfrm flipV="1">
              <a:off x="5873108" y="3159669"/>
              <a:ext cx="207" cy="2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2" name="View.ISO.Edge.BearingBlock_edge_10_segment_19_interval_20_Silhouette.1"/>
            <p:cNvSpPr/>
            <p:nvPr/>
          </p:nvSpPr>
          <p:spPr>
            <a:xfrm flipV="1">
              <a:off x="5873316" y="3159371"/>
              <a:ext cx="245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3" name="View.ISO.Edge.BearingBlock_edge_10_segment_19_interval_21_Silhouette.1"/>
            <p:cNvSpPr/>
            <p:nvPr/>
          </p:nvSpPr>
          <p:spPr>
            <a:xfrm flipV="1">
              <a:off x="5873560" y="3159156"/>
              <a:ext cx="176" cy="2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4" name="View.ISO.Edge.BearingBlock_edge_10_segment_20_interval_0_Silhouette.1"/>
            <p:cNvSpPr/>
            <p:nvPr/>
          </p:nvSpPr>
          <p:spPr>
            <a:xfrm flipV="1">
              <a:off x="5873736" y="31591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5" name="View.ISO.Edge.BearingBlock_edge_10_segment_20_interval_1_Silhouette.1"/>
            <p:cNvSpPr/>
            <p:nvPr/>
          </p:nvSpPr>
          <p:spPr>
            <a:xfrm flipV="1">
              <a:off x="5873748" y="3158771"/>
              <a:ext cx="227" cy="3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6" name="View.ISO.Edge.BearingBlock_edge_10_segment_20_interval_2_Silhouette.1"/>
            <p:cNvSpPr/>
            <p:nvPr/>
          </p:nvSpPr>
          <p:spPr>
            <a:xfrm flipV="1">
              <a:off x="5873975" y="3158527"/>
              <a:ext cx="151" cy="2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7" name="View.ISO.Edge.BearingBlock_edge_10_segment_20_interval_3_Silhouette.1"/>
            <p:cNvSpPr/>
            <p:nvPr/>
          </p:nvSpPr>
          <p:spPr>
            <a:xfrm flipV="1">
              <a:off x="5874126" y="3158140"/>
              <a:ext cx="240" cy="3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8" name="View.ISO.Edge.BearingBlock_edge_10_segment_20_interval_4_Silhouette.1"/>
            <p:cNvSpPr/>
            <p:nvPr/>
          </p:nvSpPr>
          <p:spPr>
            <a:xfrm flipV="1">
              <a:off x="5874366" y="3157918"/>
              <a:ext cx="138" cy="2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9" name="View.ISO.Edge.BearingBlock_edge_10_segment_20_interval_5_Silhouette.1"/>
            <p:cNvSpPr/>
            <p:nvPr/>
          </p:nvSpPr>
          <p:spPr>
            <a:xfrm flipV="1">
              <a:off x="5874503" y="3157509"/>
              <a:ext cx="253" cy="4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0" name="View.ISO.Edge.BearingBlock_edge_10_segment_20_interval_6_Silhouette.1"/>
            <p:cNvSpPr/>
            <p:nvPr/>
          </p:nvSpPr>
          <p:spPr>
            <a:xfrm flipV="1">
              <a:off x="5874757" y="3157309"/>
              <a:ext cx="124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1" name="View.ISO.Edge.BearingBlock_edge_10_segment_20_interval_7_Silhouette.1"/>
            <p:cNvSpPr/>
            <p:nvPr/>
          </p:nvSpPr>
          <p:spPr>
            <a:xfrm flipV="1">
              <a:off x="5874881" y="3156949"/>
              <a:ext cx="223" cy="3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2" name="View.ISO.Edge.BearingBlock_edge_10_segment_20_interval_8_Silhouette.1"/>
            <p:cNvSpPr/>
            <p:nvPr/>
          </p:nvSpPr>
          <p:spPr>
            <a:xfrm flipV="1">
              <a:off x="5875104" y="3156878"/>
              <a:ext cx="44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3" name="View.ISO.Edge.BearingBlock_edge_10_segment_20_interval_9_Silhouette.1"/>
            <p:cNvSpPr/>
            <p:nvPr/>
          </p:nvSpPr>
          <p:spPr>
            <a:xfrm flipV="1">
              <a:off x="5875148" y="3156699"/>
              <a:ext cx="111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4" name="View.ISO.Edge.BearingBlock_edge_10_segment_20_interval_10_Silhouette.1"/>
            <p:cNvSpPr/>
            <p:nvPr/>
          </p:nvSpPr>
          <p:spPr>
            <a:xfrm flipV="1">
              <a:off x="5875259" y="3156248"/>
              <a:ext cx="280" cy="4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5" name="View.ISO.Edge.BearingBlock_edge_10_segment_20_interval_11_Silhouette.1"/>
            <p:cNvSpPr/>
            <p:nvPr/>
          </p:nvSpPr>
          <p:spPr>
            <a:xfrm flipV="1">
              <a:off x="5875539" y="3156090"/>
              <a:ext cx="98" cy="1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6" name="View.ISO.Edge.BearingBlock_edge_10_segment_20_interval_12_Silhouette.1"/>
            <p:cNvSpPr/>
            <p:nvPr/>
          </p:nvSpPr>
          <p:spPr>
            <a:xfrm flipV="1">
              <a:off x="5875636" y="3155617"/>
              <a:ext cx="293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7" name="View.ISO.Edge.BearingBlock_edge_10_segment_20_interval_13_Silhouette.1"/>
            <p:cNvSpPr/>
            <p:nvPr/>
          </p:nvSpPr>
          <p:spPr>
            <a:xfrm flipV="1">
              <a:off x="5875930" y="3155481"/>
              <a:ext cx="84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8" name="View.ISO.Edge.BearingBlock_edge_10_segment_20_interval_14_Silhouette.1"/>
            <p:cNvSpPr/>
            <p:nvPr/>
          </p:nvSpPr>
          <p:spPr>
            <a:xfrm flipV="1">
              <a:off x="5876014" y="3155253"/>
              <a:ext cx="141" cy="2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9" name="View.ISO.Edge.BearingBlock_edge_10_segment_20_interval_15_Silhouette.1"/>
            <p:cNvSpPr/>
            <p:nvPr/>
          </p:nvSpPr>
          <p:spPr>
            <a:xfrm flipV="1">
              <a:off x="5876155" y="3154986"/>
              <a:ext cx="165" cy="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0" name="View.ISO.Edge.BearingBlock_edge_10_segment_20_interval_16_Silhouette.1"/>
            <p:cNvSpPr/>
            <p:nvPr/>
          </p:nvSpPr>
          <p:spPr>
            <a:xfrm flipV="1">
              <a:off x="5876320" y="3154871"/>
              <a:ext cx="71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1" name="View.ISO.Edge.BearingBlock_edge_10_segment_20_interval_17_Silhouette.1"/>
            <p:cNvSpPr/>
            <p:nvPr/>
          </p:nvSpPr>
          <p:spPr>
            <a:xfrm flipV="1">
              <a:off x="5876392" y="3154355"/>
              <a:ext cx="320" cy="5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2" name="View.ISO.Edge.BearingBlock_edge_10_segment_20_interval_18_Silhouette.1"/>
            <p:cNvSpPr/>
            <p:nvPr/>
          </p:nvSpPr>
          <p:spPr>
            <a:xfrm flipV="1">
              <a:off x="5876711" y="3154262"/>
              <a:ext cx="58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3" name="View.ISO.Edge.BearingBlock_edge_10_segment_20_interval_19_Silhouette.1"/>
            <p:cNvSpPr/>
            <p:nvPr/>
          </p:nvSpPr>
          <p:spPr>
            <a:xfrm flipV="1">
              <a:off x="5876769" y="3153724"/>
              <a:ext cx="333" cy="5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4" name="View.ISO.Edge.BearingBlock_edge_10_segment_20_interval_20_Silhouette.1"/>
            <p:cNvSpPr/>
            <p:nvPr/>
          </p:nvSpPr>
          <p:spPr>
            <a:xfrm flipV="1">
              <a:off x="5877102" y="3153652"/>
              <a:ext cx="45" cy="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5" name="View.ISO.Edge.BearingBlock_edge_10_segment_20_interval_21_Silhouette.1"/>
            <p:cNvSpPr/>
            <p:nvPr/>
          </p:nvSpPr>
          <p:spPr>
            <a:xfrm flipV="1">
              <a:off x="5877147" y="3153219"/>
              <a:ext cx="268" cy="4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6" name="View.ISO.Edge.BearingBlock_edge_10_segment_21_interval_0_Silhouette.1"/>
            <p:cNvSpPr/>
            <p:nvPr/>
          </p:nvSpPr>
          <p:spPr>
            <a:xfrm flipV="1">
              <a:off x="5877415" y="3153074"/>
              <a:ext cx="63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7" name="View.ISO.Edge.BearingBlock_edge_10_segment_21_interval_1_Silhouette.1"/>
            <p:cNvSpPr/>
            <p:nvPr/>
          </p:nvSpPr>
          <p:spPr>
            <a:xfrm flipV="1">
              <a:off x="5877478" y="3153015"/>
              <a:ext cx="36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8" name="View.ISO.Edge.BearingBlock_edge_10_segment_21_interval_2_Silhouette.1"/>
            <p:cNvSpPr/>
            <p:nvPr/>
          </p:nvSpPr>
          <p:spPr>
            <a:xfrm flipV="1">
              <a:off x="5877504" y="3152346"/>
              <a:ext cx="290" cy="6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9" name="View.ISO.Edge.BearingBlock_edge_10_segment_21_interval_3_Silhouette.1"/>
            <p:cNvSpPr/>
            <p:nvPr/>
          </p:nvSpPr>
          <p:spPr>
            <a:xfrm flipV="1">
              <a:off x="5877794" y="3152307"/>
              <a:ext cx="36" cy="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0" name="View.ISO.Edge.BearingBlock_edge_10_segment_21_interval_4_Silhouette.1"/>
            <p:cNvSpPr/>
            <p:nvPr/>
          </p:nvSpPr>
          <p:spPr>
            <a:xfrm flipV="1">
              <a:off x="5877811" y="3151631"/>
              <a:ext cx="293" cy="6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1" name="View.ISO.Edge.BearingBlock_edge_10_segment_21_interval_5_Silhouette.1"/>
            <p:cNvSpPr/>
            <p:nvPr/>
          </p:nvSpPr>
          <p:spPr>
            <a:xfrm flipV="1">
              <a:off x="5878105" y="315161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2" name="View.ISO.Edge.BearingBlock_edge_10_segment_21_interval_6_Silhouette.1"/>
            <p:cNvSpPr/>
            <p:nvPr/>
          </p:nvSpPr>
          <p:spPr>
            <a:xfrm flipV="1">
              <a:off x="5878110" y="315159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3" name="View.ISO.Edge.BearingBlock_edge_10_segment_21_interval_7_Silhouette.1"/>
            <p:cNvSpPr/>
            <p:nvPr/>
          </p:nvSpPr>
          <p:spPr>
            <a:xfrm flipV="1">
              <a:off x="5878118" y="3150915"/>
              <a:ext cx="297" cy="6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4" name="View.ISO.Edge.BearingBlock_edge_10_segment_21_interval_8_Silhouette.1"/>
            <p:cNvSpPr/>
            <p:nvPr/>
          </p:nvSpPr>
          <p:spPr>
            <a:xfrm flipV="1">
              <a:off x="5878415" y="31509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5" name="View.ISO.Edge.BearingBlock_edge_10_segment_21_interval_9_Silhouette.1"/>
            <p:cNvSpPr/>
            <p:nvPr/>
          </p:nvSpPr>
          <p:spPr>
            <a:xfrm flipV="1">
              <a:off x="5878421" y="315090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6" name="View.ISO.Edge.BearingBlock_edge_10_segment_21_interval_10_Silhouette.1"/>
            <p:cNvSpPr/>
            <p:nvPr/>
          </p:nvSpPr>
          <p:spPr>
            <a:xfrm flipV="1">
              <a:off x="5878421" y="3150601"/>
              <a:ext cx="130" cy="3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7" name="View.ISO.Edge.BearingBlock_edge_10_segment_21_interval_11_Silhouette.1"/>
            <p:cNvSpPr/>
            <p:nvPr/>
          </p:nvSpPr>
          <p:spPr>
            <a:xfrm flipV="1">
              <a:off x="5878551" y="3150548"/>
              <a:ext cx="36" cy="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8" name="View.ISO.Edge.BearingBlock_edge_10_segment_21_interval_12_Silhouette.1"/>
            <p:cNvSpPr/>
            <p:nvPr/>
          </p:nvSpPr>
          <p:spPr>
            <a:xfrm flipV="1">
              <a:off x="5878574" y="315053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9" name="View.ISO.Edge.BearingBlock_edge_10_segment_21_interval_13_Silhouette.1"/>
            <p:cNvSpPr/>
            <p:nvPr/>
          </p:nvSpPr>
          <p:spPr>
            <a:xfrm flipV="1">
              <a:off x="5878580" y="31505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0" name="View.ISO.Edge.BearingBlock_edge_10_segment_21_interval_14_Silhouette.1"/>
            <p:cNvSpPr/>
            <p:nvPr/>
          </p:nvSpPr>
          <p:spPr>
            <a:xfrm flipV="1">
              <a:off x="5878591" y="315049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1" name="View.ISO.Edge.BearingBlock_edge_10_segment_21_interval_15_Silhouette.1"/>
            <p:cNvSpPr/>
            <p:nvPr/>
          </p:nvSpPr>
          <p:spPr>
            <a:xfrm flipV="1">
              <a:off x="5878599" y="3150119"/>
              <a:ext cx="162" cy="3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2" name="View.ISO.Edge.BearingBlock_edge_10_segment_21_interval_16_Silhouette.1"/>
            <p:cNvSpPr/>
            <p:nvPr/>
          </p:nvSpPr>
          <p:spPr>
            <a:xfrm flipV="1">
              <a:off x="5878760" y="3150082"/>
              <a:ext cx="36" cy="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3" name="View.ISO.Edge.BearingBlock_edge_10_segment_21_interval_17_Silhouette.1"/>
            <p:cNvSpPr/>
            <p:nvPr/>
          </p:nvSpPr>
          <p:spPr>
            <a:xfrm flipV="1">
              <a:off x="5878777" y="3149728"/>
              <a:ext cx="154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4" name="View.ISO.Edge.BearingBlock_edge_10_segment_21_interval_18_Silhouette.1"/>
            <p:cNvSpPr/>
            <p:nvPr/>
          </p:nvSpPr>
          <p:spPr>
            <a:xfrm flipV="1">
              <a:off x="5878930" y="3149672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5" name="View.ISO.Edge.BearingBlock_edge_10_segment_21_interval_19_Silhouette.1"/>
            <p:cNvSpPr/>
            <p:nvPr/>
          </p:nvSpPr>
          <p:spPr>
            <a:xfrm flipV="1">
              <a:off x="5878954" y="3149343"/>
              <a:ext cx="143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6" name="View.ISO.Edge.BearingBlock_edge_10_segment_21_interval_20_Silhouette.1"/>
            <p:cNvSpPr/>
            <p:nvPr/>
          </p:nvSpPr>
          <p:spPr>
            <a:xfrm flipV="1">
              <a:off x="5879097" y="31493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7" name="View.ISO.Edge.BearingBlock_edge_10_segment_21_interval_21_Silhouette.1"/>
            <p:cNvSpPr/>
            <p:nvPr/>
          </p:nvSpPr>
          <p:spPr>
            <a:xfrm flipV="1">
              <a:off x="5879100" y="3149263"/>
              <a:ext cx="36" cy="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8" name="View.ISO.Edge.BearingBlock_edge_10_segment_21_interval_22_Silhouette.1"/>
            <p:cNvSpPr/>
            <p:nvPr/>
          </p:nvSpPr>
          <p:spPr>
            <a:xfrm flipV="1">
              <a:off x="5879132" y="3149078"/>
              <a:ext cx="80" cy="1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9" name="View.ISO.Edge.BearingBlock_edge_10_segment_21_interval_23_Silhouette.1"/>
            <p:cNvSpPr/>
            <p:nvPr/>
          </p:nvSpPr>
          <p:spPr>
            <a:xfrm flipV="1">
              <a:off x="5879212" y="3148945"/>
              <a:ext cx="58" cy="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0" name="View.ISO.Edge.BearingBlock_edge_10_segment_21_interval_24_Silhouette.1"/>
            <p:cNvSpPr/>
            <p:nvPr/>
          </p:nvSpPr>
          <p:spPr>
            <a:xfrm flipV="1">
              <a:off x="5879270" y="3148853"/>
              <a:ext cx="40" cy="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1" name="View.ISO.Edge.BearingBlock_edge_10_segment_21_interval_25_Silhouette.1"/>
            <p:cNvSpPr/>
            <p:nvPr/>
          </p:nvSpPr>
          <p:spPr>
            <a:xfrm flipV="1">
              <a:off x="5879310" y="3148554"/>
              <a:ext cx="130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2" name="View.ISO.Edge.BearingBlock_edge_10_segment_21_interval_26_Silhouette.1"/>
            <p:cNvSpPr/>
            <p:nvPr/>
          </p:nvSpPr>
          <p:spPr>
            <a:xfrm flipV="1">
              <a:off x="5879439" y="3148444"/>
              <a:ext cx="48" cy="1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3" name="View.ISO.Edge.BearingBlock_edge_10_segment_21_interval_27_Silhouette.1"/>
            <p:cNvSpPr/>
            <p:nvPr/>
          </p:nvSpPr>
          <p:spPr>
            <a:xfrm flipV="1">
              <a:off x="5879487" y="3148163"/>
              <a:ext cx="122" cy="2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4" name="View.ISO.Edge.BearingBlock_edge_10_segment_21_interval_28_Silhouette.1"/>
            <p:cNvSpPr/>
            <p:nvPr/>
          </p:nvSpPr>
          <p:spPr>
            <a:xfrm flipV="1">
              <a:off x="5879609" y="3148085"/>
              <a:ext cx="36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5" name="View.ISO.Edge.BearingBlock_edge_10_segment_21_interval_29_Silhouette.1"/>
            <p:cNvSpPr/>
            <p:nvPr/>
          </p:nvSpPr>
          <p:spPr>
            <a:xfrm flipV="1">
              <a:off x="5879643" y="3148034"/>
              <a:ext cx="36" cy="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6" name="View.ISO.Edge.BearingBlock_edge_10_segment_21_interval_30_Silhouette.1"/>
            <p:cNvSpPr/>
            <p:nvPr/>
          </p:nvSpPr>
          <p:spPr>
            <a:xfrm flipV="1">
              <a:off x="5879665" y="3147772"/>
              <a:ext cx="114" cy="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7" name="View.ISO.Edge.BearingBlock_edge_10_segment_21_interval_31_Silhouette.1"/>
            <p:cNvSpPr/>
            <p:nvPr/>
          </p:nvSpPr>
          <p:spPr>
            <a:xfrm flipV="1">
              <a:off x="5879779" y="3147624"/>
              <a:ext cx="64" cy="1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8" name="View.ISO.Edge.BearingBlock_edge_10_segment_21_interval_32_Silhouette.1"/>
            <p:cNvSpPr/>
            <p:nvPr/>
          </p:nvSpPr>
          <p:spPr>
            <a:xfrm flipV="1">
              <a:off x="5879843" y="314760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9" name="View.ISO.Edge.BearingBlock_edge_10_segment_21_interval_33_Silhouette.1"/>
            <p:cNvSpPr/>
            <p:nvPr/>
          </p:nvSpPr>
          <p:spPr>
            <a:xfrm flipV="1">
              <a:off x="5879850" y="3147380"/>
              <a:ext cx="99" cy="2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0" name="View.ISO.Edge.BearingBlock_edge_10_segment_21_interval_34_Silhouette.1"/>
            <p:cNvSpPr/>
            <p:nvPr/>
          </p:nvSpPr>
          <p:spPr>
            <a:xfrm flipV="1">
              <a:off x="5879949" y="3147215"/>
              <a:ext cx="72" cy="1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1" name="View.ISO.Edge.BearingBlock_edge_10_segment_21_interval_35_Silhouette.1"/>
            <p:cNvSpPr/>
            <p:nvPr/>
          </p:nvSpPr>
          <p:spPr>
            <a:xfrm flipV="1">
              <a:off x="5880021" y="3147103"/>
              <a:ext cx="48" cy="1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2" name="View.ISO.Edge.BearingBlock_edge_10_segment_22_interval_0_Silhouette.1"/>
            <p:cNvSpPr/>
            <p:nvPr/>
          </p:nvSpPr>
          <p:spPr>
            <a:xfrm flipV="1">
              <a:off x="5880069" y="3146947"/>
              <a:ext cx="40" cy="1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3" name="View.ISO.Edge.BearingBlock_edge_10_segment_22_interval_1_Silhouette.1"/>
            <p:cNvSpPr/>
            <p:nvPr/>
          </p:nvSpPr>
          <p:spPr>
            <a:xfrm flipV="1">
              <a:off x="5880109" y="3146700"/>
              <a:ext cx="64" cy="2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4" name="View.ISO.Edge.BearingBlock_edge_10_segment_22_interval_2_Silhouette.1"/>
            <p:cNvSpPr/>
            <p:nvPr/>
          </p:nvSpPr>
          <p:spPr>
            <a:xfrm flipV="1">
              <a:off x="5880172" y="3146413"/>
              <a:ext cx="74" cy="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5" name="View.ISO.Edge.BearingBlock_edge_10_segment_22_interval_3_Silhouette.1"/>
            <p:cNvSpPr/>
            <p:nvPr/>
          </p:nvSpPr>
          <p:spPr>
            <a:xfrm flipV="1">
              <a:off x="5880246" y="3146146"/>
              <a:ext cx="69" cy="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6" name="View.ISO.Edge.BearingBlock_edge_10_segment_22_interval_4_Silhouette.1"/>
            <p:cNvSpPr/>
            <p:nvPr/>
          </p:nvSpPr>
          <p:spPr>
            <a:xfrm flipV="1">
              <a:off x="5880315" y="3145879"/>
              <a:ext cx="68" cy="2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7" name="View.ISO.Edge.BearingBlock_edge_10_segment_22_interval_5_Silhouette.1"/>
            <p:cNvSpPr/>
            <p:nvPr/>
          </p:nvSpPr>
          <p:spPr>
            <a:xfrm flipV="1">
              <a:off x="5880383" y="3145592"/>
              <a:ext cx="74" cy="2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8" name="View.ISO.Edge.BearingBlock_edge_10_segment_22_interval_6_Silhouette.1"/>
            <p:cNvSpPr/>
            <p:nvPr/>
          </p:nvSpPr>
          <p:spPr>
            <a:xfrm flipV="1">
              <a:off x="5880457" y="3145345"/>
              <a:ext cx="63" cy="2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9" name="View.ISO.Edge.BearingBlock_edge_10_segment_22_interval_7_Silhouette.1"/>
            <p:cNvSpPr/>
            <p:nvPr/>
          </p:nvSpPr>
          <p:spPr>
            <a:xfrm flipV="1">
              <a:off x="5880520" y="3145130"/>
              <a:ext cx="55" cy="2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0" name="View.ISO.Edge.BearingBlock_edge_10_segment_22_interval_8_Silhouette.1"/>
            <p:cNvSpPr/>
            <p:nvPr/>
          </p:nvSpPr>
          <p:spPr>
            <a:xfrm flipV="1">
              <a:off x="5880576" y="3145038"/>
              <a:ext cx="36" cy="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1" name="View.ISO.Edge.BearingBlock_edge_10_segment_22_interval_9_Silhouette.1"/>
            <p:cNvSpPr/>
            <p:nvPr/>
          </p:nvSpPr>
          <p:spPr>
            <a:xfrm flipV="1">
              <a:off x="5880600" y="3144811"/>
              <a:ext cx="58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2" name="View.ISO.Edge.BearingBlock_edge_10_segment_22_interval_10_Silhouette.1"/>
            <p:cNvSpPr/>
            <p:nvPr/>
          </p:nvSpPr>
          <p:spPr>
            <a:xfrm flipV="1">
              <a:off x="5880658" y="3144484"/>
              <a:ext cx="84" cy="3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3" name="View.ISO.Edge.BearingBlock_edge_10_segment_22_interval_11_Silhouette.1"/>
            <p:cNvSpPr/>
            <p:nvPr/>
          </p:nvSpPr>
          <p:spPr>
            <a:xfrm flipV="1">
              <a:off x="5880742" y="3144277"/>
              <a:ext cx="53" cy="2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4" name="View.ISO.Edge.BearingBlock_edge_10_segment_22_interval_12_Silhouette.1"/>
            <p:cNvSpPr/>
            <p:nvPr/>
          </p:nvSpPr>
          <p:spPr>
            <a:xfrm flipV="1">
              <a:off x="5880795" y="3143929"/>
              <a:ext cx="89" cy="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5" name="View.ISO.Edge.BearingBlock_edge_10_segment_22_interval_13_Silhouette.1"/>
            <p:cNvSpPr/>
            <p:nvPr/>
          </p:nvSpPr>
          <p:spPr>
            <a:xfrm flipV="1">
              <a:off x="5880884" y="3143743"/>
              <a:ext cx="48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6" name="View.ISO.Edge.BearingBlock_edge_10_segment_22_interval_14_Silhouette.1"/>
            <p:cNvSpPr/>
            <p:nvPr/>
          </p:nvSpPr>
          <p:spPr>
            <a:xfrm flipV="1">
              <a:off x="5880932" y="3143375"/>
              <a:ext cx="94" cy="3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7" name="View.ISO.Edge.BearingBlock_edge_10_segment_22_interval_15_Silhouette.1"/>
            <p:cNvSpPr/>
            <p:nvPr/>
          </p:nvSpPr>
          <p:spPr>
            <a:xfrm flipV="1">
              <a:off x="5881027" y="3143209"/>
              <a:ext cx="43" cy="1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8" name="View.ISO.Edge.BearingBlock_edge_10_segment_22_interval_16_Silhouette.1"/>
            <p:cNvSpPr/>
            <p:nvPr/>
          </p:nvSpPr>
          <p:spPr>
            <a:xfrm flipV="1">
              <a:off x="5881069" y="3142821"/>
              <a:ext cx="100" cy="3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9" name="View.ISO.Edge.BearingBlock_edge_10_segment_22_interval_17_Silhouette.1"/>
            <p:cNvSpPr/>
            <p:nvPr/>
          </p:nvSpPr>
          <p:spPr>
            <a:xfrm flipV="1">
              <a:off x="5881169" y="3142675"/>
              <a:ext cx="38" cy="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0" name="View.ISO.Edge.BearingBlock_edge_10_segment_22_interval_18_Silhouette.1"/>
            <p:cNvSpPr/>
            <p:nvPr/>
          </p:nvSpPr>
          <p:spPr>
            <a:xfrm flipV="1">
              <a:off x="5881207" y="3142267"/>
              <a:ext cx="105" cy="4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1" name="View.ISO.Edge.BearingBlock_edge_10_segment_22_interval_19_Silhouette.1"/>
            <p:cNvSpPr/>
            <p:nvPr/>
          </p:nvSpPr>
          <p:spPr>
            <a:xfrm flipV="1">
              <a:off x="5881311" y="3142141"/>
              <a:ext cx="36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2" name="View.ISO.Edge.BearingBlock_edge_10_segment_22_interval_20_Silhouette.1"/>
            <p:cNvSpPr/>
            <p:nvPr/>
          </p:nvSpPr>
          <p:spPr>
            <a:xfrm flipV="1">
              <a:off x="5881344" y="3141713"/>
              <a:ext cx="110" cy="4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3" name="View.ISO.Edge.BearingBlock_edge_10_segment_22_interval_21_Silhouette.1"/>
            <p:cNvSpPr/>
            <p:nvPr/>
          </p:nvSpPr>
          <p:spPr>
            <a:xfrm flipV="1">
              <a:off x="5881454" y="3141607"/>
              <a:ext cx="36" cy="1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4" name="View.ISO.Edge.BearingBlock_edge_10_segment_22_interval_22_Silhouette.1"/>
            <p:cNvSpPr/>
            <p:nvPr/>
          </p:nvSpPr>
          <p:spPr>
            <a:xfrm flipV="1">
              <a:off x="5881481" y="3141159"/>
              <a:ext cx="115" cy="4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5" name="View.ISO.Edge.BearingBlock_edge_10_segment_22_interval_23_Silhouette.1"/>
            <p:cNvSpPr/>
            <p:nvPr/>
          </p:nvSpPr>
          <p:spPr>
            <a:xfrm flipV="1">
              <a:off x="5881596" y="3141073"/>
              <a:ext cx="36" cy="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6" name="View.ISO.Edge.BearingBlock_edge_10_segment_22_interval_24_Silhouette.1"/>
            <p:cNvSpPr/>
            <p:nvPr/>
          </p:nvSpPr>
          <p:spPr>
            <a:xfrm flipV="1">
              <a:off x="5881618" y="3140867"/>
              <a:ext cx="53" cy="2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7" name="View.ISO.Edge.BearingBlock_edge_10_segment_23_interval_0_Silhouette.1"/>
            <p:cNvSpPr/>
            <p:nvPr/>
          </p:nvSpPr>
          <p:spPr>
            <a:xfrm flipV="1">
              <a:off x="5881671" y="3140469"/>
              <a:ext cx="36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8" name="View.ISO.Edge.BearingBlock_edge_10_segment_23_interval_1_Silhouette.1"/>
            <p:cNvSpPr/>
            <p:nvPr/>
          </p:nvSpPr>
          <p:spPr>
            <a:xfrm flipV="1">
              <a:off x="5881705" y="3140359"/>
              <a:ext cx="36" cy="1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9" name="View.ISO.Edge.BearingBlock_edge_10_segment_23_interval_2_Silhouette.1"/>
            <p:cNvSpPr/>
            <p:nvPr/>
          </p:nvSpPr>
          <p:spPr>
            <a:xfrm flipV="1">
              <a:off x="5881714" y="3140005"/>
              <a:ext cx="36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0" name="View.ISO.Edge.BearingBlock_edge_10_segment_23_interval_3_Silhouette.1"/>
            <p:cNvSpPr/>
            <p:nvPr/>
          </p:nvSpPr>
          <p:spPr>
            <a:xfrm flipV="1">
              <a:off x="5881744" y="3139793"/>
              <a:ext cx="36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1" name="View.ISO.Edge.BearingBlock_edge_10_segment_23_interval_4_Silhouette.1"/>
            <p:cNvSpPr/>
            <p:nvPr/>
          </p:nvSpPr>
          <p:spPr>
            <a:xfrm flipV="1">
              <a:off x="5881763" y="3139626"/>
              <a:ext cx="36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2" name="View.ISO.Edge.BearingBlock_edge_10_segment_23_interval_5_Silhouette.1"/>
            <p:cNvSpPr/>
            <p:nvPr/>
          </p:nvSpPr>
          <p:spPr>
            <a:xfrm flipV="1">
              <a:off x="5881777" y="3139532"/>
              <a:ext cx="36" cy="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3" name="View.ISO.Edge.BearingBlock_edge_10_segment_23_interval_6_Silhouette.1"/>
            <p:cNvSpPr/>
            <p:nvPr/>
          </p:nvSpPr>
          <p:spPr>
            <a:xfrm flipV="1">
              <a:off x="5881785" y="3138783"/>
              <a:ext cx="64" cy="7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4" name="View.ISO.Edge.BearingBlock_edge_10_segment_23_interval_7_Silhouette.1"/>
            <p:cNvSpPr/>
            <p:nvPr/>
          </p:nvSpPr>
          <p:spPr>
            <a:xfrm flipV="1">
              <a:off x="5881848" y="3138705"/>
              <a:ext cx="36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5" name="View.ISO.Edge.BearingBlock_edge_10_segment_23_interval_8_Silhouette.1"/>
            <p:cNvSpPr/>
            <p:nvPr/>
          </p:nvSpPr>
          <p:spPr>
            <a:xfrm flipV="1">
              <a:off x="5881855" y="3138193"/>
              <a:ext cx="44" cy="5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6" name="View.ISO.Edge.BearingBlock_edge_10_segment_23_interval_9_Silhouette.1"/>
            <p:cNvSpPr/>
            <p:nvPr/>
          </p:nvSpPr>
          <p:spPr>
            <a:xfrm flipV="1">
              <a:off x="5881899" y="3138052"/>
              <a:ext cx="36" cy="1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7" name="View.ISO.Edge.BearingBlock_edge_10_segment_23_interval_10_Silhouette.1"/>
            <p:cNvSpPr/>
            <p:nvPr/>
          </p:nvSpPr>
          <p:spPr>
            <a:xfrm flipV="1">
              <a:off x="5881911" y="3137940"/>
              <a:ext cx="36" cy="1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8" name="View.ISO.Edge.BearingBlock_edge_10_segment_23_interval_11_Silhouette.1"/>
            <p:cNvSpPr/>
            <p:nvPr/>
          </p:nvSpPr>
          <p:spPr>
            <a:xfrm flipV="1">
              <a:off x="5881920" y="3137878"/>
              <a:ext cx="36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9" name="View.ISO.Edge.BearingBlock_edge_10_segment_23_interval_12_Silhouette.1"/>
            <p:cNvSpPr/>
            <p:nvPr/>
          </p:nvSpPr>
          <p:spPr>
            <a:xfrm flipV="1">
              <a:off x="5881925" y="3137098"/>
              <a:ext cx="66" cy="7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0" name="View.ISO.Edge.BearingBlock_edge_10_segment_23_interval_13_Silhouette.1"/>
            <p:cNvSpPr/>
            <p:nvPr/>
          </p:nvSpPr>
          <p:spPr>
            <a:xfrm flipV="1">
              <a:off x="5881992" y="3137051"/>
              <a:ext cx="36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1" name="View.ISO.Edge.BearingBlock_edge_10_segment_23_interval_14_Silhouette.1"/>
            <p:cNvSpPr/>
            <p:nvPr/>
          </p:nvSpPr>
          <p:spPr>
            <a:xfrm flipV="1">
              <a:off x="5881996" y="3136653"/>
              <a:ext cx="36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2" name="View.ISO.Edge.BearingBlock_edge_10_segment_23_interval_15_Silhouette.1"/>
            <p:cNvSpPr/>
            <p:nvPr/>
          </p:nvSpPr>
          <p:spPr>
            <a:xfrm flipV="1">
              <a:off x="5882030" y="3136381"/>
              <a:ext cx="36" cy="2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3" name="View.ISO.Edge.BearingBlock_edge_10_segment_23_interval_16_Silhouette.1"/>
            <p:cNvSpPr/>
            <p:nvPr/>
          </p:nvSpPr>
          <p:spPr>
            <a:xfrm flipV="1">
              <a:off x="5882053" y="3136311"/>
              <a:ext cx="36" cy="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4" name="View.ISO.Edge.BearingBlock_edge_10_segment_23_interval_17_Silhouette.1"/>
            <p:cNvSpPr/>
            <p:nvPr/>
          </p:nvSpPr>
          <p:spPr>
            <a:xfrm flipV="1">
              <a:off x="5882059" y="3136255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5" name="View.ISO.Edge.BearingBlock_edge_10_segment_23_interval_18_Silhouette.1"/>
            <p:cNvSpPr/>
            <p:nvPr/>
          </p:nvSpPr>
          <p:spPr>
            <a:xfrm flipV="1">
              <a:off x="5882064" y="313622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6" name="View.ISO.Edge.BearingBlock_edge_10_segment_23_interval_19_Silhouette.1"/>
            <p:cNvSpPr/>
            <p:nvPr/>
          </p:nvSpPr>
          <p:spPr>
            <a:xfrm flipV="1">
              <a:off x="5882066" y="3135412"/>
              <a:ext cx="69" cy="8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7" name="View.ISO.Edge.BearingBlock_edge_10_segment_23_interval_20_Silhouette.1"/>
            <p:cNvSpPr/>
            <p:nvPr/>
          </p:nvSpPr>
          <p:spPr>
            <a:xfrm flipV="1">
              <a:off x="5882135" y="313539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8" name="View.ISO.Edge.BearingBlock_edge_10_segment_23_interval_21_Silhouette.1"/>
            <p:cNvSpPr/>
            <p:nvPr/>
          </p:nvSpPr>
          <p:spPr>
            <a:xfrm flipV="1">
              <a:off x="5882137" y="3134569"/>
              <a:ext cx="70" cy="8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9" name="View.ISO.Edge.BearingBlock_edge_10_segment_24_interval_0_Silhouette.1"/>
            <p:cNvSpPr/>
            <p:nvPr/>
          </p:nvSpPr>
          <p:spPr>
            <a:xfrm flipH="1" flipV="1">
              <a:off x="5881671" y="3128272"/>
              <a:ext cx="536" cy="6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0" name="View.ISO.Edge.BearingBlock_edge_10_segment_25_interval_0_Silhouette.1"/>
            <p:cNvSpPr/>
            <p:nvPr/>
          </p:nvSpPr>
          <p:spPr>
            <a:xfrm flipH="1" flipV="1">
              <a:off x="5880069" y="3122036"/>
              <a:ext cx="1602" cy="62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1" name="View.ISO.Edge.BearingBlock_edge_10_segment_26_interval_0_Silhouette.1"/>
            <p:cNvSpPr/>
            <p:nvPr/>
          </p:nvSpPr>
          <p:spPr>
            <a:xfrm flipH="1" flipV="1">
              <a:off x="5878551" y="3118538"/>
              <a:ext cx="1517" cy="34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2" name="View.ISO.Edge.BearingBlock_edge_10_segment_26_interval_1_Silhouette.1"/>
            <p:cNvSpPr/>
            <p:nvPr/>
          </p:nvSpPr>
          <p:spPr>
            <a:xfrm flipH="1" flipV="1">
              <a:off x="5878415" y="3118224"/>
              <a:ext cx="136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3" name="View.ISO.Edge.BearingBlock_edge_10_segment_26_interval_2_Silhouette.1"/>
            <p:cNvSpPr/>
            <p:nvPr/>
          </p:nvSpPr>
          <p:spPr>
            <a:xfrm flipH="1" flipV="1">
              <a:off x="5878136" y="3117580"/>
              <a:ext cx="279" cy="6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4" name="View.ISO.Edge.BearingBlock_edge_10_segment_26_interval_3_Silhouette.1"/>
            <p:cNvSpPr/>
            <p:nvPr/>
          </p:nvSpPr>
          <p:spPr>
            <a:xfrm flipH="1" flipV="1">
              <a:off x="5878105" y="3117508"/>
              <a:ext cx="36" cy="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5" name="View.ISO.Edge.BearingBlock_edge_10_segment_26_interval_4_Silhouette.1"/>
            <p:cNvSpPr/>
            <p:nvPr/>
          </p:nvSpPr>
          <p:spPr>
            <a:xfrm flipH="1" flipV="1">
              <a:off x="5877415" y="3115920"/>
              <a:ext cx="689" cy="1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6" name="View.ISO.Edge.BearingBlock_edge_10_segment_27_interval_0_Silhouette.1"/>
            <p:cNvSpPr/>
            <p:nvPr/>
          </p:nvSpPr>
          <p:spPr>
            <a:xfrm flipH="1" flipV="1">
              <a:off x="5873736" y="3109983"/>
              <a:ext cx="3679" cy="59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7" name="View.ISO.Edge.BearingBlock_edge_10_segment_28_interval_0_Silhouette.1"/>
            <p:cNvSpPr/>
            <p:nvPr/>
          </p:nvSpPr>
          <p:spPr>
            <a:xfrm flipH="1" flipV="1">
              <a:off x="5869067" y="3104284"/>
              <a:ext cx="4669" cy="57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8" name="View.ISO.Edge.BearingBlock_edge_10_segment_29_interval_0_Silhouette.1"/>
            <p:cNvSpPr/>
            <p:nvPr/>
          </p:nvSpPr>
          <p:spPr>
            <a:xfrm flipH="1" flipV="1">
              <a:off x="5867609" y="3102879"/>
              <a:ext cx="1458" cy="14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9" name="View.ISO.Edge.BearingBlock_edge_10_segment_29_interval_1_Silhouette.1"/>
            <p:cNvSpPr/>
            <p:nvPr/>
          </p:nvSpPr>
          <p:spPr>
            <a:xfrm flipH="1" flipV="1">
              <a:off x="5867298" y="3102580"/>
              <a:ext cx="311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0" name="View.ISO.Edge.BearingBlock_edge_10_segment_29_interval_2_Silhouette.1"/>
            <p:cNvSpPr/>
            <p:nvPr/>
          </p:nvSpPr>
          <p:spPr>
            <a:xfrm flipH="1" flipV="1">
              <a:off x="5866812" y="3102111"/>
              <a:ext cx="486" cy="4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1" name="View.ISO.Edge.BearingBlock_edge_10_segment_29_interval_3_Silhouette.1"/>
            <p:cNvSpPr/>
            <p:nvPr/>
          </p:nvSpPr>
          <p:spPr>
            <a:xfrm flipH="1" flipV="1">
              <a:off x="5866664" y="3101969"/>
              <a:ext cx="148" cy="1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2" name="View.ISO.Edge.BearingBlock_edge_10_segment_29_interval_4_Silhouette.1"/>
            <p:cNvSpPr/>
            <p:nvPr/>
          </p:nvSpPr>
          <p:spPr>
            <a:xfrm flipH="1" flipV="1">
              <a:off x="5863453" y="3098876"/>
              <a:ext cx="3211" cy="30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3" name="View.ISO.Edge.BearingBlock_edge_10_segment_30_interval_0_Silhouette.1"/>
            <p:cNvSpPr/>
            <p:nvPr/>
          </p:nvSpPr>
          <p:spPr>
            <a:xfrm flipH="1" flipV="1">
              <a:off x="5860981" y="3096951"/>
              <a:ext cx="2473" cy="19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4" name="View.ISO.Edge.BearingBlock_edge_10_segment_30_interval_1_Silhouette.1"/>
            <p:cNvSpPr/>
            <p:nvPr/>
          </p:nvSpPr>
          <p:spPr>
            <a:xfrm flipH="1" flipV="1">
              <a:off x="5856948" y="3093812"/>
              <a:ext cx="4033" cy="31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5" name="View.ISO.Edge.BearingBlock_edge_10_segment_31_interval_0_Silhouette.1"/>
            <p:cNvSpPr/>
            <p:nvPr/>
          </p:nvSpPr>
          <p:spPr>
            <a:xfrm flipH="1" flipV="1">
              <a:off x="5849974" y="3089370"/>
              <a:ext cx="6974" cy="44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6" name="View.ISO.Edge.BearingBlock_edge_10_segment_31_interval_1_Silhouette.1"/>
            <p:cNvSpPr/>
            <p:nvPr/>
          </p:nvSpPr>
          <p:spPr>
            <a:xfrm flipH="1" flipV="1">
              <a:off x="5849614" y="3089140"/>
              <a:ext cx="360" cy="2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7" name="View.ISO.Edge.BearingBlock_edge_10_segment_32_interval_0_Silhouette.1"/>
            <p:cNvSpPr/>
            <p:nvPr/>
          </p:nvSpPr>
          <p:spPr>
            <a:xfrm flipH="1" flipV="1">
              <a:off x="5841567" y="3084929"/>
              <a:ext cx="8048" cy="42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8" name="View.ISO.Edge.BearingBlock_edge_10_segment_32_interval_1_Silhouette.1"/>
            <p:cNvSpPr/>
            <p:nvPr/>
          </p:nvSpPr>
          <p:spPr>
            <a:xfrm flipH="1" flipV="1">
              <a:off x="5841523" y="3084906"/>
              <a:ext cx="4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9" name="View.ISO.Edge.BearingBlock_edge_10_segment_33_interval_0_Silhouette.1"/>
            <p:cNvSpPr/>
            <p:nvPr/>
          </p:nvSpPr>
          <p:spPr>
            <a:xfrm flipH="1" flipV="1">
              <a:off x="5836566" y="3082784"/>
              <a:ext cx="4956" cy="2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0" name="View.ISO.Edge.BearingBlock_edge_10_segment_33_interval_1_Silhouette.1"/>
            <p:cNvSpPr/>
            <p:nvPr/>
          </p:nvSpPr>
          <p:spPr>
            <a:xfrm flipH="1" flipV="1">
              <a:off x="5835397" y="3082283"/>
              <a:ext cx="1170" cy="5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1" name="View.ISO.Edge.BearingBlock_edge_10_segment_33_interval_2_Silhouette.1"/>
            <p:cNvSpPr/>
            <p:nvPr/>
          </p:nvSpPr>
          <p:spPr>
            <a:xfrm flipH="1" flipV="1">
              <a:off x="5832752" y="3081150"/>
              <a:ext cx="2645" cy="1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2" name="View.ISO.Edge.BearingBlock_edge_10_segment_34_interval_0_Silhouette.1"/>
            <p:cNvSpPr/>
            <p:nvPr/>
          </p:nvSpPr>
          <p:spPr>
            <a:xfrm flipH="1" flipV="1">
              <a:off x="5827395" y="3079297"/>
              <a:ext cx="5357" cy="18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3" name="View.ISO.Edge.BearingBlock_edge_10_segment_34_interval_1_Silhouette.1"/>
            <p:cNvSpPr/>
            <p:nvPr/>
          </p:nvSpPr>
          <p:spPr>
            <a:xfrm flipH="1" flipV="1">
              <a:off x="5826568" y="3079010"/>
              <a:ext cx="827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4" name="View.ISO.Edge.BearingBlock_edge_10_segment_34_interval_2_Silhouette.1"/>
            <p:cNvSpPr/>
            <p:nvPr/>
          </p:nvSpPr>
          <p:spPr>
            <a:xfrm flipH="1" flipV="1">
              <a:off x="5826030" y="3078825"/>
              <a:ext cx="537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5" name="View.ISO.Edge.BearingBlock_edge_10_segment_34_interval_3_Silhouette.1"/>
            <p:cNvSpPr/>
            <p:nvPr/>
          </p:nvSpPr>
          <p:spPr>
            <a:xfrm flipH="1" flipV="1">
              <a:off x="5825818" y="3078751"/>
              <a:ext cx="213" cy="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6" name="View.ISO.Edge.BearingBlock_edge_10_segment_34_interval_4_Silhouette.1"/>
            <p:cNvSpPr/>
            <p:nvPr/>
          </p:nvSpPr>
          <p:spPr>
            <a:xfrm flipH="1" flipV="1">
              <a:off x="5823385" y="3077909"/>
              <a:ext cx="2433" cy="8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7" name="View.ISO.Edge.BearingBlock_edge_10_segment_35_interval_0_Silhouette.1"/>
            <p:cNvSpPr/>
            <p:nvPr/>
          </p:nvSpPr>
          <p:spPr>
            <a:xfrm flipH="1" flipV="1">
              <a:off x="5813513" y="3075213"/>
              <a:ext cx="9872" cy="26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8" name="View.ISO.Edge.BearingBlock_edge_10_segment_36_interval_0_Silhouette.1"/>
            <p:cNvSpPr/>
            <p:nvPr/>
          </p:nvSpPr>
          <p:spPr>
            <a:xfrm flipH="1" flipV="1">
              <a:off x="5803231" y="3073089"/>
              <a:ext cx="10282" cy="21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9" name="View.ISO.Edge.BearingBlock_edge_10_segment_37_interval_0_Silhouette.1"/>
            <p:cNvSpPr/>
            <p:nvPr/>
          </p:nvSpPr>
          <p:spPr>
            <a:xfrm flipH="1" flipV="1">
              <a:off x="5800480" y="3072691"/>
              <a:ext cx="2751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0" name="View.ISO.Edge.BearingBlock_edge_10_segment_37_interval_1_Silhouette.1"/>
            <p:cNvSpPr/>
            <p:nvPr/>
          </p:nvSpPr>
          <p:spPr>
            <a:xfrm flipH="1" flipV="1">
              <a:off x="5799730" y="3072583"/>
              <a:ext cx="75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1" name="View.ISO.Edge.BearingBlock_edge_10_segment_37_interval_2_Silhouette.1"/>
            <p:cNvSpPr/>
            <p:nvPr/>
          </p:nvSpPr>
          <p:spPr>
            <a:xfrm flipH="1" flipV="1">
              <a:off x="5799073" y="3072488"/>
              <a:ext cx="656" cy="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2" name="View.ISO.Edge.BearingBlock_edge_10_segment_37_interval_3_Silhouette.1"/>
            <p:cNvSpPr/>
            <p:nvPr/>
          </p:nvSpPr>
          <p:spPr>
            <a:xfrm flipH="1" flipV="1">
              <a:off x="5798696" y="3072433"/>
              <a:ext cx="377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3" name="View.ISO.Edge.BearingBlock_edge_10_segment_37_interval_4_Silhouette.1"/>
            <p:cNvSpPr/>
            <p:nvPr/>
          </p:nvSpPr>
          <p:spPr>
            <a:xfrm flipH="1" flipV="1">
              <a:off x="5792638" y="3071557"/>
              <a:ext cx="6058" cy="8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4" name="View.ISO.Edge.BearingBlock_edge_10_segment_38_interval_0_Silhouette.1"/>
            <p:cNvSpPr/>
            <p:nvPr/>
          </p:nvSpPr>
          <p:spPr>
            <a:xfrm flipH="1" flipV="1">
              <a:off x="5781836" y="3070632"/>
              <a:ext cx="10802" cy="9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5" name="View.ISO.Edge.BearingBlock_edge_10_segment_39_interval_0_Silhouette.1"/>
            <p:cNvSpPr/>
            <p:nvPr/>
          </p:nvSpPr>
          <p:spPr>
            <a:xfrm flipH="1" flipV="1">
              <a:off x="5770929" y="3070323"/>
              <a:ext cx="10907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6" name="View.ISO.Edge.BearingBlock_edge_10_segment_40_interval_0_Silhouette.1"/>
            <p:cNvSpPr/>
            <p:nvPr/>
          </p:nvSpPr>
          <p:spPr>
            <a:xfrm flipH="1">
              <a:off x="5760021" y="3070323"/>
              <a:ext cx="10907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7" name="View.ISO.Edge.BearingBlock_edge_10_segment_41_interval_0_Silhouette.1"/>
            <p:cNvSpPr/>
            <p:nvPr/>
          </p:nvSpPr>
          <p:spPr>
            <a:xfrm flipH="1">
              <a:off x="5749219" y="3070632"/>
              <a:ext cx="10802" cy="9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8" name="View.ISO.Edge.BearingBlock_edge_10_segment_42_interval_0_Silhouette.1"/>
            <p:cNvSpPr/>
            <p:nvPr/>
          </p:nvSpPr>
          <p:spPr>
            <a:xfrm flipH="1">
              <a:off x="5743161" y="3071557"/>
              <a:ext cx="6058" cy="8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9" name="View.ISO.Edge.BearingBlock_edge_10_segment_42_interval_1_Silhouette.1"/>
            <p:cNvSpPr/>
            <p:nvPr/>
          </p:nvSpPr>
          <p:spPr>
            <a:xfrm flipH="1">
              <a:off x="5742128" y="3072433"/>
              <a:ext cx="1034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0" name="View.ISO.Edge.BearingBlock_edge_10_segment_42_interval_2_Silhouette.1"/>
            <p:cNvSpPr/>
            <p:nvPr/>
          </p:nvSpPr>
          <p:spPr>
            <a:xfrm flipH="1">
              <a:off x="5741609" y="3072583"/>
              <a:ext cx="518" cy="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1" name="View.ISO.Edge.BearingBlock_edge_10_segment_42_interval_3_Silhouette.1"/>
            <p:cNvSpPr/>
            <p:nvPr/>
          </p:nvSpPr>
          <p:spPr>
            <a:xfrm flipH="1">
              <a:off x="5741377" y="3072658"/>
              <a:ext cx="232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2" name="View.ISO.Edge.BearingBlock_edge_10_segment_42_interval_4_Silhouette.1"/>
            <p:cNvSpPr/>
            <p:nvPr/>
          </p:nvSpPr>
          <p:spPr>
            <a:xfrm flipH="1">
              <a:off x="5738626" y="3072691"/>
              <a:ext cx="2751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3" name="View.ISO.Edge.BearingBlock_edge_10_segment_43_interval_0_Silhouette.1"/>
            <p:cNvSpPr/>
            <p:nvPr/>
          </p:nvSpPr>
          <p:spPr>
            <a:xfrm flipH="1">
              <a:off x="5728344" y="3073089"/>
              <a:ext cx="10282" cy="21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4" name="View.ISO.Edge.BearingBlock_edge_10_segment_44_interval_0_Silhouette.1"/>
            <p:cNvSpPr/>
            <p:nvPr/>
          </p:nvSpPr>
          <p:spPr>
            <a:xfrm flipH="1">
              <a:off x="5718472" y="3075213"/>
              <a:ext cx="9872" cy="26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5" name="View.ISO.Edge.BearingBlock_edge_10_segment_45_interval_0_Silhouette.1"/>
            <p:cNvSpPr/>
            <p:nvPr/>
          </p:nvSpPr>
          <p:spPr>
            <a:xfrm flipH="1">
              <a:off x="5716040" y="3077909"/>
              <a:ext cx="2433" cy="8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6" name="View.ISO.Edge.BearingBlock_edge_10_segment_45_interval_1_Silhouette.1"/>
            <p:cNvSpPr/>
            <p:nvPr/>
          </p:nvSpPr>
          <p:spPr>
            <a:xfrm flipH="1">
              <a:off x="5715289" y="3078751"/>
              <a:ext cx="750" cy="2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7" name="View.ISO.Edge.BearingBlock_edge_10_segment_45_interval_2_Silhouette.1"/>
            <p:cNvSpPr/>
            <p:nvPr/>
          </p:nvSpPr>
          <p:spPr>
            <a:xfrm flipH="1">
              <a:off x="5714741" y="3079010"/>
              <a:ext cx="548" cy="1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8" name="View.ISO.Edge.BearingBlock_edge_10_segment_45_interval_3_Silhouette.1"/>
            <p:cNvSpPr/>
            <p:nvPr/>
          </p:nvSpPr>
          <p:spPr>
            <a:xfrm flipH="1">
              <a:off x="5714462" y="3079200"/>
              <a:ext cx="279" cy="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9" name="View.ISO.Edge.BearingBlock_edge_10_segment_45_interval_4_Silhouette.1"/>
            <p:cNvSpPr/>
            <p:nvPr/>
          </p:nvSpPr>
          <p:spPr>
            <a:xfrm flipH="1">
              <a:off x="5709106" y="3079297"/>
              <a:ext cx="5357" cy="18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0" name="View.ISO.Edge.BearingBlock_edge_10_segment_46_interval_0_Silhouette.1"/>
            <p:cNvSpPr/>
            <p:nvPr/>
          </p:nvSpPr>
          <p:spPr>
            <a:xfrm flipH="1">
              <a:off x="5700334" y="3081150"/>
              <a:ext cx="8771" cy="37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1" name="View.ISO.Edge.BearingBlock_edge_10_segment_47_interval_0_Silhouette.1"/>
            <p:cNvSpPr/>
            <p:nvPr/>
          </p:nvSpPr>
          <p:spPr>
            <a:xfrm flipH="1">
              <a:off x="5692243" y="3084906"/>
              <a:ext cx="8091" cy="4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2" name="View.ISO.Edge.BearingBlock_edge_10_segment_48_interval_0_Silhouette.1"/>
            <p:cNvSpPr/>
            <p:nvPr/>
          </p:nvSpPr>
          <p:spPr>
            <a:xfrm flipH="1">
              <a:off x="5684909" y="3089140"/>
              <a:ext cx="7334" cy="46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3" name="View.ISO.Edge.BearingBlock_edge_10_segment_49_interval_0_Silhouette.1"/>
            <p:cNvSpPr/>
            <p:nvPr/>
          </p:nvSpPr>
          <p:spPr>
            <a:xfrm flipH="1">
              <a:off x="5678404" y="3093812"/>
              <a:ext cx="6505" cy="50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4" name="View.ISO.Edge.BearingBlock_edge_10_segment_50_interval_0_Silhouette.1"/>
            <p:cNvSpPr/>
            <p:nvPr/>
          </p:nvSpPr>
          <p:spPr>
            <a:xfrm flipH="1">
              <a:off x="5675193" y="3098876"/>
              <a:ext cx="3211" cy="30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5" name="View.ISO.Edge.BearingBlock_edge_10_segment_50_interval_1_Silhouette.1"/>
            <p:cNvSpPr/>
            <p:nvPr/>
          </p:nvSpPr>
          <p:spPr>
            <a:xfrm flipH="1">
              <a:off x="5674559" y="3101969"/>
              <a:ext cx="635" cy="6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6" name="View.ISO.Edge.BearingBlock_edge_10_segment_50_interval_2_Silhouette.1"/>
            <p:cNvSpPr/>
            <p:nvPr/>
          </p:nvSpPr>
          <p:spPr>
            <a:xfrm flipH="1">
              <a:off x="5674307" y="3102580"/>
              <a:ext cx="251" cy="2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7" name="View.ISO.Edge.BearingBlock_edge_10_segment_50_interval_3_Silhouette.1"/>
            <p:cNvSpPr/>
            <p:nvPr/>
          </p:nvSpPr>
          <p:spPr>
            <a:xfrm flipH="1">
              <a:off x="5674248" y="3102822"/>
              <a:ext cx="60" cy="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8" name="View.ISO.Edge.BearingBlock_edge_10_segment_50_interval_4_Silhouette.1"/>
            <p:cNvSpPr/>
            <p:nvPr/>
          </p:nvSpPr>
          <p:spPr>
            <a:xfrm flipH="1">
              <a:off x="5672790" y="3102879"/>
              <a:ext cx="1458" cy="14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9" name="View.ISO.Edge.BearingBlock_edge_10_segment_51_interval_0_Silhouette.1"/>
            <p:cNvSpPr/>
            <p:nvPr/>
          </p:nvSpPr>
          <p:spPr>
            <a:xfrm flipH="1">
              <a:off x="5668121" y="3104284"/>
              <a:ext cx="4669" cy="57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0" name="View.ISO.Edge.BearingBlock_edge_10_segment_52_interval_0_Silhouette.1"/>
            <p:cNvSpPr/>
            <p:nvPr/>
          </p:nvSpPr>
          <p:spPr>
            <a:xfrm flipH="1">
              <a:off x="5664442" y="3109983"/>
              <a:ext cx="3679" cy="59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1" name="View.ISO.Edge.BearingBlock_edge_10_segment_53_interval_0_Silhouette.1"/>
            <p:cNvSpPr/>
            <p:nvPr/>
          </p:nvSpPr>
          <p:spPr>
            <a:xfrm flipH="1">
              <a:off x="5663753" y="3115920"/>
              <a:ext cx="689" cy="1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2" name="View.ISO.Edge.BearingBlock_edge_10_segment_53_interval_1_Silhouette.1"/>
            <p:cNvSpPr/>
            <p:nvPr/>
          </p:nvSpPr>
          <p:spPr>
            <a:xfrm flipH="1">
              <a:off x="5663442" y="3117508"/>
              <a:ext cx="311" cy="7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3" name="View.ISO.Edge.BearingBlock_edge_10_segment_53_interval_2_Silhouette.1"/>
            <p:cNvSpPr/>
            <p:nvPr/>
          </p:nvSpPr>
          <p:spPr>
            <a:xfrm flipH="1">
              <a:off x="5663323" y="3118224"/>
              <a:ext cx="119" cy="2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4" name="View.ISO.Edge.BearingBlock_edge_10_segment_53_interval_3_Silhouette.1"/>
            <p:cNvSpPr/>
            <p:nvPr/>
          </p:nvSpPr>
          <p:spPr>
            <a:xfrm flipH="1">
              <a:off x="5663306" y="3118499"/>
              <a:ext cx="36" cy="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5" name="View.ISO.Edge.BearingBlock_edge_10_segment_53_interval_4_Silhouette.1"/>
            <p:cNvSpPr/>
            <p:nvPr/>
          </p:nvSpPr>
          <p:spPr>
            <a:xfrm flipH="1">
              <a:off x="5663277" y="3118538"/>
              <a:ext cx="36" cy="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6" name="View.ISO.Edge.BearingBlock_edge_10_segment_53_interval_5_Silhouette.1"/>
            <p:cNvSpPr/>
            <p:nvPr/>
          </p:nvSpPr>
          <p:spPr>
            <a:xfrm flipH="1">
              <a:off x="5661788" y="3118604"/>
              <a:ext cx="1489" cy="34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7" name="View.ISO.Edge.BearingBlock_edge_10_segment_54_interval_0_Silhouette.1"/>
            <p:cNvSpPr/>
            <p:nvPr/>
          </p:nvSpPr>
          <p:spPr>
            <a:xfrm flipH="1">
              <a:off x="5660186" y="3122036"/>
              <a:ext cx="1602" cy="62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8" name="View.ISO.Edge.BearingBlock_edge_10_segment_55_interval_0_Silhouette.1"/>
            <p:cNvSpPr/>
            <p:nvPr/>
          </p:nvSpPr>
          <p:spPr>
            <a:xfrm flipH="1">
              <a:off x="5659827" y="3128272"/>
              <a:ext cx="359" cy="4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9" name="View.ISO.Edge.BearingBlock_edge_10_segment_55_interval_1_Silhouette.1"/>
            <p:cNvSpPr/>
            <p:nvPr/>
          </p:nvSpPr>
          <p:spPr>
            <a:xfrm flipH="1">
              <a:off x="5659650" y="3132486"/>
              <a:ext cx="177" cy="20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0" name="View.ISO.Edge.BearingBlock_edge_10_segment_56_interval_0_Silhouette.1"/>
            <p:cNvSpPr/>
            <p:nvPr/>
          </p:nvSpPr>
          <p:spPr>
            <a:xfrm>
              <a:off x="5659650" y="3134569"/>
              <a:ext cx="69" cy="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1" name="View.ISO.Edge.BearingBlock_edge_10_segment_56_interval_1_Silhouette.1"/>
            <p:cNvSpPr/>
            <p:nvPr/>
          </p:nvSpPr>
          <p:spPr>
            <a:xfrm>
              <a:off x="5659719" y="313538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2" name="View.ISO.Edge.BearingBlock_edge_10_segment_56_interval_2_Silhouette.1"/>
            <p:cNvSpPr/>
            <p:nvPr/>
          </p:nvSpPr>
          <p:spPr>
            <a:xfrm>
              <a:off x="5659721" y="3135397"/>
              <a:ext cx="68" cy="7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3" name="View.ISO.Edge.BearingBlock_edge_10_segment_56_interval_3_Silhouette.1"/>
            <p:cNvSpPr/>
            <p:nvPr/>
          </p:nvSpPr>
          <p:spPr>
            <a:xfrm>
              <a:off x="5659788" y="313619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4" name="View.ISO.Edge.BearingBlock_edge_10_segment_56_interval_4_Silhouette.1"/>
            <p:cNvSpPr/>
            <p:nvPr/>
          </p:nvSpPr>
          <p:spPr>
            <a:xfrm>
              <a:off x="5659791" y="3136224"/>
              <a:ext cx="36" cy="1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5" name="View.ISO.Edge.BearingBlock_edge_10_segment_56_interval_5_Silhouette.1"/>
            <p:cNvSpPr/>
            <p:nvPr/>
          </p:nvSpPr>
          <p:spPr>
            <a:xfrm>
              <a:off x="5659804" y="3136381"/>
              <a:ext cx="36" cy="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6" name="View.ISO.Edge.BearingBlock_edge_10_segment_56_interval_6_Silhouette.1"/>
            <p:cNvSpPr/>
            <p:nvPr/>
          </p:nvSpPr>
          <p:spPr>
            <a:xfrm>
              <a:off x="5659811" y="3136458"/>
              <a:ext cx="47" cy="5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7" name="View.ISO.Edge.BearingBlock_edge_10_segment_56_interval_7_Silhouette.1"/>
            <p:cNvSpPr/>
            <p:nvPr/>
          </p:nvSpPr>
          <p:spPr>
            <a:xfrm>
              <a:off x="5659857" y="3137006"/>
              <a:ext cx="36" cy="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8" name="View.ISO.Edge.BearingBlock_edge_10_segment_56_interval_8_Silhouette.1"/>
            <p:cNvSpPr/>
            <p:nvPr/>
          </p:nvSpPr>
          <p:spPr>
            <a:xfrm>
              <a:off x="5659861" y="3137051"/>
              <a:ext cx="65" cy="7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9" name="View.ISO.Edge.BearingBlock_edge_10_segment_56_interval_9_Silhouette.1"/>
            <p:cNvSpPr/>
            <p:nvPr/>
          </p:nvSpPr>
          <p:spPr>
            <a:xfrm>
              <a:off x="5659927" y="3137818"/>
              <a:ext cx="36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0" name="View.ISO.Edge.BearingBlock_edge_10_segment_56_interval_10_Silhouette.1"/>
            <p:cNvSpPr/>
            <p:nvPr/>
          </p:nvSpPr>
          <p:spPr>
            <a:xfrm>
              <a:off x="5659932" y="3137878"/>
              <a:ext cx="36" cy="3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1" name="View.ISO.Edge.BearingBlock_edge_10_segment_56_interval_11_Silhouette.1"/>
            <p:cNvSpPr/>
            <p:nvPr/>
          </p:nvSpPr>
          <p:spPr>
            <a:xfrm>
              <a:off x="5659959" y="3138193"/>
              <a:ext cx="36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2" name="View.ISO.Edge.BearingBlock_edge_10_segment_56_interval_12_Silhouette.1"/>
            <p:cNvSpPr/>
            <p:nvPr/>
          </p:nvSpPr>
          <p:spPr>
            <a:xfrm>
              <a:off x="5659972" y="3138347"/>
              <a:ext cx="36" cy="2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3" name="View.ISO.Edge.BearingBlock_edge_10_segment_56_interval_13_Silhouette.1"/>
            <p:cNvSpPr/>
            <p:nvPr/>
          </p:nvSpPr>
          <p:spPr>
            <a:xfrm>
              <a:off x="5659996" y="3138630"/>
              <a:ext cx="36" cy="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4" name="View.ISO.Edge.BearingBlock_edge_10_segment_56_interval_14_Silhouette.1"/>
            <p:cNvSpPr/>
            <p:nvPr/>
          </p:nvSpPr>
          <p:spPr>
            <a:xfrm>
              <a:off x="5660002" y="3138705"/>
              <a:ext cx="63" cy="7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5" name="View.ISO.Edge.BearingBlock_edge_10_segment_56_interval_15_Silhouette.1"/>
            <p:cNvSpPr/>
            <p:nvPr/>
          </p:nvSpPr>
          <p:spPr>
            <a:xfrm>
              <a:off x="5660065" y="3139442"/>
              <a:ext cx="36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6" name="View.ISO.Edge.BearingBlock_edge_10_segment_56_interval_16_Silhouette.1"/>
            <p:cNvSpPr/>
            <p:nvPr/>
          </p:nvSpPr>
          <p:spPr>
            <a:xfrm>
              <a:off x="5660072" y="3139532"/>
              <a:ext cx="40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7" name="View.ISO.Edge.BearingBlock_edge_10_segment_56_interval_17_Silhouette.1"/>
            <p:cNvSpPr/>
            <p:nvPr/>
          </p:nvSpPr>
          <p:spPr>
            <a:xfrm>
              <a:off x="5660113" y="3140005"/>
              <a:ext cx="36" cy="2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8" name="View.ISO.Edge.BearingBlock_edge_10_segment_56_interval_18_Silhouette.1"/>
            <p:cNvSpPr/>
            <p:nvPr/>
          </p:nvSpPr>
          <p:spPr>
            <a:xfrm>
              <a:off x="5660132" y="314023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9" name="View.ISO.Edge.BearingBlock_edge_10_segment_56_interval_19_Silhouette.1"/>
            <p:cNvSpPr/>
            <p:nvPr/>
          </p:nvSpPr>
          <p:spPr>
            <a:xfrm>
              <a:off x="5660134" y="3140254"/>
              <a:ext cx="36" cy="1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0" name="View.ISO.Edge.BearingBlock_edge_10_segment_56_interval_20_Silhouette.1"/>
            <p:cNvSpPr/>
            <p:nvPr/>
          </p:nvSpPr>
          <p:spPr>
            <a:xfrm>
              <a:off x="5660143" y="3140359"/>
              <a:ext cx="43" cy="5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1" name="View.ISO.Edge.BearingBlock_edge_10_segment_57_interval_0_Silhouette.1"/>
            <p:cNvSpPr/>
            <p:nvPr/>
          </p:nvSpPr>
          <p:spPr>
            <a:xfrm>
              <a:off x="5660186" y="3140867"/>
              <a:ext cx="36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2" name="View.ISO.Edge.BearingBlock_edge_10_segment_57_interval_1_Silhouette.1"/>
            <p:cNvSpPr/>
            <p:nvPr/>
          </p:nvSpPr>
          <p:spPr>
            <a:xfrm>
              <a:off x="5660218" y="3140993"/>
              <a:ext cx="36" cy="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3" name="View.ISO.Edge.BearingBlock_edge_10_segment_57_interval_2_Silhouette.1"/>
            <p:cNvSpPr/>
            <p:nvPr/>
          </p:nvSpPr>
          <p:spPr>
            <a:xfrm>
              <a:off x="5660239" y="3141073"/>
              <a:ext cx="112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4" name="View.ISO.Edge.BearingBlock_edge_10_segment_57_interval_3_Silhouette.1"/>
            <p:cNvSpPr/>
            <p:nvPr/>
          </p:nvSpPr>
          <p:spPr>
            <a:xfrm>
              <a:off x="5660351" y="3141508"/>
              <a:ext cx="36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5" name="View.ISO.Edge.BearingBlock_edge_10_segment_57_interval_4_Silhouette.1"/>
            <p:cNvSpPr/>
            <p:nvPr/>
          </p:nvSpPr>
          <p:spPr>
            <a:xfrm>
              <a:off x="5660376" y="3141607"/>
              <a:ext cx="107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6" name="View.ISO.Edge.BearingBlock_edge_10_segment_57_interval_5_Silhouette.1"/>
            <p:cNvSpPr/>
            <p:nvPr/>
          </p:nvSpPr>
          <p:spPr>
            <a:xfrm>
              <a:off x="5660483" y="3142024"/>
              <a:ext cx="3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7" name="View.ISO.Edge.BearingBlock_edge_10_segment_57_interval_6_Silhouette.1"/>
            <p:cNvSpPr/>
            <p:nvPr/>
          </p:nvSpPr>
          <p:spPr>
            <a:xfrm>
              <a:off x="5660513" y="3142141"/>
              <a:ext cx="102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8" name="View.ISO.Edge.BearingBlock_edge_10_segment_57_interval_7_Silhouette.1"/>
            <p:cNvSpPr/>
            <p:nvPr/>
          </p:nvSpPr>
          <p:spPr>
            <a:xfrm>
              <a:off x="5660616" y="3142539"/>
              <a:ext cx="36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9" name="View.ISO.Edge.BearingBlock_edge_10_segment_57_interval_8_Silhouette.1"/>
            <p:cNvSpPr/>
            <p:nvPr/>
          </p:nvSpPr>
          <p:spPr>
            <a:xfrm>
              <a:off x="5660651" y="3142675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0" name="View.ISO.Edge.BearingBlock_edge_10_segment_57_interval_9_Silhouette.1"/>
            <p:cNvSpPr/>
            <p:nvPr/>
          </p:nvSpPr>
          <p:spPr>
            <a:xfrm>
              <a:off x="5660665" y="3142731"/>
              <a:ext cx="83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1" name="View.ISO.Edge.BearingBlock_edge_10_segment_57_interval_10_Silhouette.1"/>
            <p:cNvSpPr/>
            <p:nvPr/>
          </p:nvSpPr>
          <p:spPr>
            <a:xfrm>
              <a:off x="5660748" y="3143055"/>
              <a:ext cx="40" cy="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2" name="View.ISO.Edge.BearingBlock_edge_10_segment_57_interval_11_Silhouette.1"/>
            <p:cNvSpPr/>
            <p:nvPr/>
          </p:nvSpPr>
          <p:spPr>
            <a:xfrm>
              <a:off x="5660788" y="3143209"/>
              <a:ext cx="93" cy="3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3" name="View.ISO.Edge.BearingBlock_edge_10_segment_57_interval_12_Silhouette.1"/>
            <p:cNvSpPr/>
            <p:nvPr/>
          </p:nvSpPr>
          <p:spPr>
            <a:xfrm>
              <a:off x="5660881" y="3143570"/>
              <a:ext cx="45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4" name="View.ISO.Edge.BearingBlock_edge_10_segment_57_interval_13_Silhouette.1"/>
            <p:cNvSpPr/>
            <p:nvPr/>
          </p:nvSpPr>
          <p:spPr>
            <a:xfrm>
              <a:off x="5660925" y="3143743"/>
              <a:ext cx="88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5" name="View.ISO.Edge.BearingBlock_edge_10_segment_57_interval_14_Silhouette.1"/>
            <p:cNvSpPr/>
            <p:nvPr/>
          </p:nvSpPr>
          <p:spPr>
            <a:xfrm>
              <a:off x="5661013" y="3144085"/>
              <a:ext cx="49" cy="1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6" name="View.ISO.Edge.BearingBlock_edge_10_segment_57_interval_15_Silhouette.1"/>
            <p:cNvSpPr/>
            <p:nvPr/>
          </p:nvSpPr>
          <p:spPr>
            <a:xfrm>
              <a:off x="5661062" y="3144277"/>
              <a:ext cx="83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7" name="View.ISO.Edge.BearingBlock_edge_10_segment_57_interval_16_Silhouette.1"/>
            <p:cNvSpPr/>
            <p:nvPr/>
          </p:nvSpPr>
          <p:spPr>
            <a:xfrm>
              <a:off x="5661145" y="3144601"/>
              <a:ext cx="54" cy="2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8" name="View.ISO.Edge.BearingBlock_edge_10_segment_57_interval_17_Silhouette.1"/>
            <p:cNvSpPr/>
            <p:nvPr/>
          </p:nvSpPr>
          <p:spPr>
            <a:xfrm>
              <a:off x="5661199" y="3144811"/>
              <a:ext cx="78" cy="3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9" name="View.ISO.Edge.BearingBlock_edge_10_segment_57_interval_18_Silhouette.1"/>
            <p:cNvSpPr/>
            <p:nvPr/>
          </p:nvSpPr>
          <p:spPr>
            <a:xfrm>
              <a:off x="5661278" y="314511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0" name="View.ISO.Edge.BearingBlock_edge_10_segment_57_interval_19_Silhouette.1"/>
            <p:cNvSpPr/>
            <p:nvPr/>
          </p:nvSpPr>
          <p:spPr>
            <a:xfrm>
              <a:off x="5661281" y="3145130"/>
              <a:ext cx="55" cy="2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1" name="View.ISO.Edge.BearingBlock_edge_10_segment_57_interval_20_Silhouette.1"/>
            <p:cNvSpPr/>
            <p:nvPr/>
          </p:nvSpPr>
          <p:spPr>
            <a:xfrm>
              <a:off x="5661337" y="3145345"/>
              <a:ext cx="74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2" name="View.ISO.Edge.BearingBlock_edge_10_segment_57_interval_21_Silhouette.1"/>
            <p:cNvSpPr/>
            <p:nvPr/>
          </p:nvSpPr>
          <p:spPr>
            <a:xfrm>
              <a:off x="5661410" y="3145631"/>
              <a:ext cx="64" cy="2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3" name="View.ISO.Edge.BearingBlock_edge_10_segment_57_interval_22_Silhouette.1"/>
            <p:cNvSpPr/>
            <p:nvPr/>
          </p:nvSpPr>
          <p:spPr>
            <a:xfrm>
              <a:off x="5661474" y="3145879"/>
              <a:ext cx="69" cy="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4" name="View.ISO.Edge.BearingBlock_edge_10_segment_57_interval_23_Silhouette.1"/>
            <p:cNvSpPr/>
            <p:nvPr/>
          </p:nvSpPr>
          <p:spPr>
            <a:xfrm>
              <a:off x="5661543" y="3146147"/>
              <a:ext cx="68" cy="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5" name="View.ISO.Edge.BearingBlock_edge_10_segment_57_interval_24_Silhouette.1"/>
            <p:cNvSpPr/>
            <p:nvPr/>
          </p:nvSpPr>
          <p:spPr>
            <a:xfrm>
              <a:off x="5661611" y="3146413"/>
              <a:ext cx="64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6" name="View.ISO.Edge.BearingBlock_edge_10_segment_57_interval_25_Silhouette.1"/>
            <p:cNvSpPr/>
            <p:nvPr/>
          </p:nvSpPr>
          <p:spPr>
            <a:xfrm>
              <a:off x="5661675" y="3146662"/>
              <a:ext cx="73" cy="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7" name="View.ISO.Edge.BearingBlock_edge_10_segment_57_interval_26_Silhouette.1"/>
            <p:cNvSpPr/>
            <p:nvPr/>
          </p:nvSpPr>
          <p:spPr>
            <a:xfrm>
              <a:off x="5661748" y="3146947"/>
              <a:ext cx="40" cy="1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8" name="View.ISO.Edge.BearingBlock_edge_10_segment_58_interval_0_Silhouette.1"/>
            <p:cNvSpPr/>
            <p:nvPr/>
          </p:nvSpPr>
          <p:spPr>
            <a:xfrm>
              <a:off x="5661788" y="3147103"/>
              <a:ext cx="36" cy="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9" name="View.ISO.Edge.BearingBlock_edge_10_segment_58_interval_1_Silhouette.1"/>
            <p:cNvSpPr/>
            <p:nvPr/>
          </p:nvSpPr>
          <p:spPr>
            <a:xfrm>
              <a:off x="5661812" y="3147157"/>
              <a:ext cx="80" cy="1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0" name="View.ISO.Edge.BearingBlock_edge_10_segment_58_interval_2_Silhouette.1"/>
            <p:cNvSpPr/>
            <p:nvPr/>
          </p:nvSpPr>
          <p:spPr>
            <a:xfrm>
              <a:off x="5661891" y="3147341"/>
              <a:ext cx="36" cy="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1" name="View.ISO.Edge.BearingBlock_edge_10_segment_58_interval_3_Silhouette.1"/>
            <p:cNvSpPr/>
            <p:nvPr/>
          </p:nvSpPr>
          <p:spPr>
            <a:xfrm>
              <a:off x="5661909" y="3147380"/>
              <a:ext cx="66" cy="1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2" name="View.ISO.Edge.BearingBlock_edge_10_segment_58_interval_4_Silhouette.1"/>
            <p:cNvSpPr/>
            <p:nvPr/>
          </p:nvSpPr>
          <p:spPr>
            <a:xfrm>
              <a:off x="5661974" y="3147532"/>
              <a:ext cx="104" cy="2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3" name="View.ISO.Edge.BearingBlock_edge_10_segment_58_interval_5_Silhouette.1"/>
            <p:cNvSpPr/>
            <p:nvPr/>
          </p:nvSpPr>
          <p:spPr>
            <a:xfrm>
              <a:off x="5662078" y="3147772"/>
              <a:ext cx="58" cy="1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4" name="View.ISO.Edge.BearingBlock_edge_10_segment_58_interval_6_Silhouette.1"/>
            <p:cNvSpPr/>
            <p:nvPr/>
          </p:nvSpPr>
          <p:spPr>
            <a:xfrm>
              <a:off x="5662137" y="3147906"/>
              <a:ext cx="77" cy="1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5" name="View.ISO.Edge.BearingBlock_edge_10_segment_58_interval_7_Silhouette.1"/>
            <p:cNvSpPr/>
            <p:nvPr/>
          </p:nvSpPr>
          <p:spPr>
            <a:xfrm>
              <a:off x="5662214" y="3148085"/>
              <a:ext cx="36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6" name="View.ISO.Edge.BearingBlock_edge_10_segment_58_interval_8_Silhouette.1"/>
            <p:cNvSpPr/>
            <p:nvPr/>
          </p:nvSpPr>
          <p:spPr>
            <a:xfrm>
              <a:off x="5662248" y="3148163"/>
              <a:ext cx="51" cy="1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7" name="View.ISO.Edge.BearingBlock_edge_10_segment_58_interval_9_Silhouette.1"/>
            <p:cNvSpPr/>
            <p:nvPr/>
          </p:nvSpPr>
          <p:spPr>
            <a:xfrm>
              <a:off x="5662299" y="3148281"/>
              <a:ext cx="69" cy="1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8" name="View.ISO.Edge.BearingBlock_edge_10_segment_58_interval_10_Silhouette.1"/>
            <p:cNvSpPr/>
            <p:nvPr/>
          </p:nvSpPr>
          <p:spPr>
            <a:xfrm>
              <a:off x="5662369" y="3148441"/>
              <a:ext cx="49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9" name="View.ISO.Edge.BearingBlock_edge_10_segment_58_interval_11_Silhouette.1"/>
            <p:cNvSpPr/>
            <p:nvPr/>
          </p:nvSpPr>
          <p:spPr>
            <a:xfrm>
              <a:off x="5662418" y="3148554"/>
              <a:ext cx="44" cy="1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0" name="View.ISO.Edge.BearingBlock_edge_10_segment_58_interval_12_Silhouette.1"/>
            <p:cNvSpPr/>
            <p:nvPr/>
          </p:nvSpPr>
          <p:spPr>
            <a:xfrm>
              <a:off x="5662462" y="3148655"/>
              <a:ext cx="126" cy="2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1" name="View.ISO.Edge.BearingBlock_edge_10_segment_58_interval_13_Silhouette.1"/>
            <p:cNvSpPr/>
            <p:nvPr/>
          </p:nvSpPr>
          <p:spPr>
            <a:xfrm>
              <a:off x="5662588" y="3148945"/>
              <a:ext cx="37" cy="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2" name="View.ISO.Edge.BearingBlock_edge_10_segment_58_interval_14_Silhouette.1"/>
            <p:cNvSpPr/>
            <p:nvPr/>
          </p:nvSpPr>
          <p:spPr>
            <a:xfrm>
              <a:off x="5662624" y="3149030"/>
              <a:ext cx="133" cy="3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3" name="View.ISO.Edge.BearingBlock_edge_10_segment_58_interval_15_Silhouette.1"/>
            <p:cNvSpPr/>
            <p:nvPr/>
          </p:nvSpPr>
          <p:spPr>
            <a:xfrm>
              <a:off x="5662757" y="31493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4" name="View.ISO.Edge.BearingBlock_edge_10_segment_58_interval_16_Silhouette.1"/>
            <p:cNvSpPr/>
            <p:nvPr/>
          </p:nvSpPr>
          <p:spPr>
            <a:xfrm>
              <a:off x="5662760" y="3149343"/>
              <a:ext cx="36" cy="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5" name="View.ISO.Edge.BearingBlock_edge_10_segment_58_interval_17_Silhouette.1"/>
            <p:cNvSpPr/>
            <p:nvPr/>
          </p:nvSpPr>
          <p:spPr>
            <a:xfrm>
              <a:off x="5662787" y="3149404"/>
              <a:ext cx="59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6" name="View.ISO.Edge.BearingBlock_edge_10_segment_58_interval_18_Silhouette.1"/>
            <p:cNvSpPr/>
            <p:nvPr/>
          </p:nvSpPr>
          <p:spPr>
            <a:xfrm>
              <a:off x="5662846" y="3149541"/>
              <a:ext cx="81" cy="1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7" name="View.ISO.Edge.BearingBlock_edge_10_segment_58_interval_19_Silhouette.1"/>
            <p:cNvSpPr/>
            <p:nvPr/>
          </p:nvSpPr>
          <p:spPr>
            <a:xfrm>
              <a:off x="5662927" y="3149728"/>
              <a:ext cx="36" cy="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8" name="View.ISO.Edge.BearingBlock_edge_10_segment_58_interval_20_Silhouette.1"/>
            <p:cNvSpPr/>
            <p:nvPr/>
          </p:nvSpPr>
          <p:spPr>
            <a:xfrm>
              <a:off x="5662949" y="3149779"/>
              <a:ext cx="148" cy="3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9" name="View.ISO.Edge.BearingBlock_edge_10_segment_58_interval_21_Silhouette.1"/>
            <p:cNvSpPr/>
            <p:nvPr/>
          </p:nvSpPr>
          <p:spPr>
            <a:xfrm>
              <a:off x="5663097" y="315011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0" name="View.ISO.Edge.BearingBlock_edge_10_segment_58_interval_22_Silhouette.1"/>
            <p:cNvSpPr/>
            <p:nvPr/>
          </p:nvSpPr>
          <p:spPr>
            <a:xfrm>
              <a:off x="5663112" y="3150153"/>
              <a:ext cx="155" cy="3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1" name="View.ISO.Edge.BearingBlock_edge_10_segment_58_interval_23_Silhouette.1"/>
            <p:cNvSpPr/>
            <p:nvPr/>
          </p:nvSpPr>
          <p:spPr>
            <a:xfrm>
              <a:off x="5663267" y="31505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2" name="View.ISO.Edge.BearingBlock_edge_10_segment_58_interval_24_Silhouette.1"/>
            <p:cNvSpPr/>
            <p:nvPr/>
          </p:nvSpPr>
          <p:spPr>
            <a:xfrm>
              <a:off x="5663274" y="3150528"/>
              <a:ext cx="36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3" name="View.ISO.Edge.BearingBlock_edge_10_segment_58_interval_25_Silhouette.1"/>
            <p:cNvSpPr/>
            <p:nvPr/>
          </p:nvSpPr>
          <p:spPr>
            <a:xfrm>
              <a:off x="5663306" y="3150601"/>
              <a:ext cx="131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4" name="View.ISO.Edge.BearingBlock_edge_10_segment_58_interval_26_Silhouette.1"/>
            <p:cNvSpPr/>
            <p:nvPr/>
          </p:nvSpPr>
          <p:spPr>
            <a:xfrm>
              <a:off x="5663436" y="31509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5" name="View.ISO.Edge.BearingBlock_edge_10_segment_58_interval_27_Silhouette.1"/>
            <p:cNvSpPr/>
            <p:nvPr/>
          </p:nvSpPr>
          <p:spPr>
            <a:xfrm>
              <a:off x="5663437" y="31509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6" name="View.ISO.Edge.BearingBlock_edge_10_segment_58_interval_28_Silhouette.1"/>
            <p:cNvSpPr/>
            <p:nvPr/>
          </p:nvSpPr>
          <p:spPr>
            <a:xfrm>
              <a:off x="5663442" y="3150915"/>
              <a:ext cx="289" cy="6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7" name="View.ISO.Edge.BearingBlock_edge_10_segment_58_interval_29_Silhouette.1"/>
            <p:cNvSpPr/>
            <p:nvPr/>
          </p:nvSpPr>
          <p:spPr>
            <a:xfrm>
              <a:off x="5663731" y="315158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8" name="View.ISO.Edge.BearingBlock_edge_10_segment_58_interval_30_Silhouette.1"/>
            <p:cNvSpPr/>
            <p:nvPr/>
          </p:nvSpPr>
          <p:spPr>
            <a:xfrm>
              <a:off x="5663739" y="315159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9" name="View.ISO.Edge.BearingBlock_edge_10_segment_58_interval_31_Silhouette.1"/>
            <p:cNvSpPr/>
            <p:nvPr/>
          </p:nvSpPr>
          <p:spPr>
            <a:xfrm>
              <a:off x="5663753" y="3151631"/>
              <a:ext cx="39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0" name="View.ISO.Edge.BearingBlock_edge_10_segment_58_interval_32_Silhouette.1"/>
            <p:cNvSpPr/>
            <p:nvPr/>
          </p:nvSpPr>
          <p:spPr>
            <a:xfrm>
              <a:off x="5663792" y="3151721"/>
              <a:ext cx="238" cy="5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1" name="View.ISO.Edge.BearingBlock_edge_10_segment_58_interval_33_Silhouette.1"/>
            <p:cNvSpPr/>
            <p:nvPr/>
          </p:nvSpPr>
          <p:spPr>
            <a:xfrm>
              <a:off x="5664030" y="3152270"/>
              <a:ext cx="36" cy="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2" name="View.ISO.Edge.BearingBlock_edge_10_segment_58_interval_34_Silhouette.1"/>
            <p:cNvSpPr/>
            <p:nvPr/>
          </p:nvSpPr>
          <p:spPr>
            <a:xfrm>
              <a:off x="5664046" y="3152307"/>
              <a:ext cx="283" cy="6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3" name="View.ISO.Edge.BearingBlock_edge_10_segment_58_interval_35_Silhouette.1"/>
            <p:cNvSpPr/>
            <p:nvPr/>
          </p:nvSpPr>
          <p:spPr>
            <a:xfrm>
              <a:off x="5664329" y="3152958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4" name="View.ISO.Edge.BearingBlock_edge_10_segment_58_interval_36_Silhouette.1"/>
            <p:cNvSpPr/>
            <p:nvPr/>
          </p:nvSpPr>
          <p:spPr>
            <a:xfrm>
              <a:off x="5664353" y="3153015"/>
              <a:ext cx="89" cy="2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5" name="View.ISO.Edge.BearingBlock_edge_10_segment_59_interval_0_Silhouette.1"/>
            <p:cNvSpPr/>
            <p:nvPr/>
          </p:nvSpPr>
          <p:spPr>
            <a:xfrm>
              <a:off x="5664442" y="3153219"/>
              <a:ext cx="227" cy="3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6" name="View.ISO.Edge.BearingBlock_edge_10_segment_59_interval_1_Silhouette.1"/>
            <p:cNvSpPr/>
            <p:nvPr/>
          </p:nvSpPr>
          <p:spPr>
            <a:xfrm>
              <a:off x="5664669" y="3153585"/>
              <a:ext cx="42" cy="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7" name="View.ISO.Edge.BearingBlock_edge_10_segment_59_interval_2_Silhouette.1"/>
            <p:cNvSpPr/>
            <p:nvPr/>
          </p:nvSpPr>
          <p:spPr>
            <a:xfrm>
              <a:off x="5664710" y="3153652"/>
              <a:ext cx="324" cy="5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8" name="View.ISO.Edge.BearingBlock_edge_10_segment_59_interval_3_Silhouette.1"/>
            <p:cNvSpPr/>
            <p:nvPr/>
          </p:nvSpPr>
          <p:spPr>
            <a:xfrm>
              <a:off x="5665034" y="3154175"/>
              <a:ext cx="54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9" name="View.ISO.Edge.BearingBlock_edge_10_segment_59_interval_4_Silhouette.1"/>
            <p:cNvSpPr/>
            <p:nvPr/>
          </p:nvSpPr>
          <p:spPr>
            <a:xfrm>
              <a:off x="5665088" y="3154262"/>
              <a:ext cx="311" cy="5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0" name="View.ISO.Edge.BearingBlock_edge_10_segment_59_interval_5_Silhouette.1"/>
            <p:cNvSpPr/>
            <p:nvPr/>
          </p:nvSpPr>
          <p:spPr>
            <a:xfrm>
              <a:off x="5665399" y="3154764"/>
              <a:ext cx="66" cy="1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1" name="View.ISO.Edge.BearingBlock_edge_10_segment_59_interval_6_Silhouette.1"/>
            <p:cNvSpPr/>
            <p:nvPr/>
          </p:nvSpPr>
          <p:spPr>
            <a:xfrm>
              <a:off x="5665466" y="3154871"/>
              <a:ext cx="299" cy="4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2" name="View.ISO.Edge.BearingBlock_edge_10_segment_59_interval_7_Silhouette.1"/>
            <p:cNvSpPr/>
            <p:nvPr/>
          </p:nvSpPr>
          <p:spPr>
            <a:xfrm>
              <a:off x="5665764" y="3155353"/>
              <a:ext cx="79" cy="1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3" name="View.ISO.Edge.BearingBlock_edge_10_segment_59_interval_8_Silhouette.1"/>
            <p:cNvSpPr/>
            <p:nvPr/>
          </p:nvSpPr>
          <p:spPr>
            <a:xfrm>
              <a:off x="5665843" y="3155481"/>
              <a:ext cx="286" cy="4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4" name="View.ISO.Edge.BearingBlock_edge_10_segment_59_interval_9_Silhouette.1"/>
            <p:cNvSpPr/>
            <p:nvPr/>
          </p:nvSpPr>
          <p:spPr>
            <a:xfrm>
              <a:off x="5666129" y="3155943"/>
              <a:ext cx="91" cy="1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5" name="View.ISO.Edge.BearingBlock_edge_10_segment_59_interval_10_Silhouette.1"/>
            <p:cNvSpPr/>
            <p:nvPr/>
          </p:nvSpPr>
          <p:spPr>
            <a:xfrm>
              <a:off x="5666221" y="3156090"/>
              <a:ext cx="274" cy="4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6" name="View.ISO.Edge.BearingBlock_edge_10_segment_59_interval_11_Silhouette.1"/>
            <p:cNvSpPr/>
            <p:nvPr/>
          </p:nvSpPr>
          <p:spPr>
            <a:xfrm>
              <a:off x="5666495" y="3156532"/>
              <a:ext cx="104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7" name="View.ISO.Edge.BearingBlock_edge_10_segment_59_interval_12_Silhouette.1"/>
            <p:cNvSpPr/>
            <p:nvPr/>
          </p:nvSpPr>
          <p:spPr>
            <a:xfrm>
              <a:off x="5666598" y="3156699"/>
              <a:ext cx="155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8" name="View.ISO.Edge.BearingBlock_edge_10_segment_59_interval_13_Silhouette.1"/>
            <p:cNvSpPr/>
            <p:nvPr/>
          </p:nvSpPr>
          <p:spPr>
            <a:xfrm>
              <a:off x="5666753" y="3156949"/>
              <a:ext cx="107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9" name="View.ISO.Edge.BearingBlock_edge_10_segment_59_interval_14_Silhouette.1"/>
            <p:cNvSpPr/>
            <p:nvPr/>
          </p:nvSpPr>
          <p:spPr>
            <a:xfrm>
              <a:off x="5666860" y="3157121"/>
              <a:ext cx="116" cy="1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0" name="View.ISO.Edge.BearingBlock_edge_10_segment_59_interval_15_Silhouette.1"/>
            <p:cNvSpPr/>
            <p:nvPr/>
          </p:nvSpPr>
          <p:spPr>
            <a:xfrm>
              <a:off x="5666976" y="3157309"/>
              <a:ext cx="249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1" name="View.ISO.Edge.BearingBlock_edge_10_segment_59_interval_16_Silhouette.1"/>
            <p:cNvSpPr/>
            <p:nvPr/>
          </p:nvSpPr>
          <p:spPr>
            <a:xfrm>
              <a:off x="5667225" y="3157711"/>
              <a:ext cx="129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2" name="View.ISO.Edge.BearingBlock_edge_10_segment_59_interval_17_Silhouette.1"/>
            <p:cNvSpPr/>
            <p:nvPr/>
          </p:nvSpPr>
          <p:spPr>
            <a:xfrm>
              <a:off x="5667354" y="3157918"/>
              <a:ext cx="237" cy="3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3" name="View.ISO.Edge.BearingBlock_edge_10_segment_59_interval_18_Silhouette.1"/>
            <p:cNvSpPr/>
            <p:nvPr/>
          </p:nvSpPr>
          <p:spPr>
            <a:xfrm>
              <a:off x="5667590" y="3158300"/>
              <a:ext cx="141" cy="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4" name="View.ISO.Edge.BearingBlock_edge_10_segment_59_interval_19_Silhouette.1"/>
            <p:cNvSpPr/>
            <p:nvPr/>
          </p:nvSpPr>
          <p:spPr>
            <a:xfrm>
              <a:off x="5667731" y="3158527"/>
              <a:ext cx="224" cy="3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5" name="View.ISO.Edge.BearingBlock_edge_10_segment_59_interval_20_Silhouette.1"/>
            <p:cNvSpPr/>
            <p:nvPr/>
          </p:nvSpPr>
          <p:spPr>
            <a:xfrm>
              <a:off x="5667956" y="3158889"/>
              <a:ext cx="153" cy="2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6" name="View.ISO.Edge.BearingBlock_edge_10_segment_59_interval_21_Silhouette.1"/>
            <p:cNvSpPr/>
            <p:nvPr/>
          </p:nvSpPr>
          <p:spPr>
            <a:xfrm>
              <a:off x="5668109" y="31591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7" name="View.ISO.Edge.BearingBlock_edge_10_segment_60_interval_0_Silhouette.1"/>
            <p:cNvSpPr/>
            <p:nvPr/>
          </p:nvSpPr>
          <p:spPr>
            <a:xfrm>
              <a:off x="5668121" y="3159156"/>
              <a:ext cx="229" cy="2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8" name="View.ISO.Edge.BearingBlock_edge_10_segment_60_interval_1_Silhouette.1"/>
            <p:cNvSpPr/>
            <p:nvPr/>
          </p:nvSpPr>
          <p:spPr>
            <a:xfrm>
              <a:off x="5668350" y="3159435"/>
              <a:ext cx="192" cy="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9" name="View.ISO.Edge.BearingBlock_edge_10_segment_60_interval_2_Silhouette.1"/>
            <p:cNvSpPr/>
            <p:nvPr/>
          </p:nvSpPr>
          <p:spPr>
            <a:xfrm>
              <a:off x="5668542" y="3159669"/>
              <a:ext cx="226" cy="2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0" name="View.ISO.Edge.BearingBlock_edge_10_segment_60_interval_3_Silhouette.1"/>
            <p:cNvSpPr/>
            <p:nvPr/>
          </p:nvSpPr>
          <p:spPr>
            <a:xfrm>
              <a:off x="5668768" y="3159946"/>
              <a:ext cx="208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1" name="View.ISO.Edge.BearingBlock_edge_10_segment_60_interval_4_Silhouette.1"/>
            <p:cNvSpPr/>
            <p:nvPr/>
          </p:nvSpPr>
          <p:spPr>
            <a:xfrm>
              <a:off x="5668976" y="3160200"/>
              <a:ext cx="210" cy="2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2" name="View.ISO.Edge.BearingBlock_edge_10_segment_60_interval_5_Silhouette.1"/>
            <p:cNvSpPr/>
            <p:nvPr/>
          </p:nvSpPr>
          <p:spPr>
            <a:xfrm>
              <a:off x="5669186" y="3160456"/>
              <a:ext cx="224" cy="2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3" name="View.ISO.Edge.BearingBlock_edge_10_segment_60_interval_6_Silhouette.1"/>
            <p:cNvSpPr/>
            <p:nvPr/>
          </p:nvSpPr>
          <p:spPr>
            <a:xfrm>
              <a:off x="5669410" y="3160730"/>
              <a:ext cx="194" cy="2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4" name="View.ISO.Edge.BearingBlock_edge_10_segment_60_interval_7_Silhouette.1"/>
            <p:cNvSpPr/>
            <p:nvPr/>
          </p:nvSpPr>
          <p:spPr>
            <a:xfrm>
              <a:off x="5669604" y="3160966"/>
              <a:ext cx="241" cy="2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5" name="View.ISO.Edge.BearingBlock_edge_10_segment_60_interval_8_Silhouette.1"/>
            <p:cNvSpPr/>
            <p:nvPr/>
          </p:nvSpPr>
          <p:spPr>
            <a:xfrm>
              <a:off x="5669845" y="316126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6" name="View.ISO.Edge.BearingBlock_edge_10_segment_60_interval_9_Silhouette.1"/>
            <p:cNvSpPr/>
            <p:nvPr/>
          </p:nvSpPr>
          <p:spPr>
            <a:xfrm>
              <a:off x="5669857" y="3161275"/>
              <a:ext cx="166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7" name="View.ISO.Edge.BearingBlock_edge_10_segment_60_interval_10_Silhouette.1"/>
            <p:cNvSpPr/>
            <p:nvPr/>
          </p:nvSpPr>
          <p:spPr>
            <a:xfrm>
              <a:off x="5670022" y="3161477"/>
              <a:ext cx="257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8" name="View.ISO.Edge.BearingBlock_edge_10_segment_60_interval_11_Silhouette.1"/>
            <p:cNvSpPr/>
            <p:nvPr/>
          </p:nvSpPr>
          <p:spPr>
            <a:xfrm>
              <a:off x="5670279" y="3161790"/>
              <a:ext cx="161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9" name="View.ISO.Edge.BearingBlock_edge_10_segment_60_interval_12_Silhouette.1"/>
            <p:cNvSpPr/>
            <p:nvPr/>
          </p:nvSpPr>
          <p:spPr>
            <a:xfrm>
              <a:off x="5670440" y="3161987"/>
              <a:ext cx="273" cy="3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0" name="View.ISO.Edge.BearingBlock_edge_10_segment_60_interval_13_Silhouette.1"/>
            <p:cNvSpPr/>
            <p:nvPr/>
          </p:nvSpPr>
          <p:spPr>
            <a:xfrm>
              <a:off x="5670714" y="3162321"/>
              <a:ext cx="145" cy="1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1" name="View.ISO.Edge.BearingBlock_edge_10_segment_60_interval_14_Silhouette.1"/>
            <p:cNvSpPr/>
            <p:nvPr/>
          </p:nvSpPr>
          <p:spPr>
            <a:xfrm>
              <a:off x="5670858" y="3162497"/>
              <a:ext cx="290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2" name="View.ISO.Edge.BearingBlock_edge_10_segment_60_interval_15_Silhouette.1"/>
            <p:cNvSpPr/>
            <p:nvPr/>
          </p:nvSpPr>
          <p:spPr>
            <a:xfrm>
              <a:off x="5671148" y="3162851"/>
              <a:ext cx="128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3" name="View.ISO.Edge.BearingBlock_edge_10_segment_60_interval_16_Silhouette.1"/>
            <p:cNvSpPr/>
            <p:nvPr/>
          </p:nvSpPr>
          <p:spPr>
            <a:xfrm>
              <a:off x="5671276" y="3163008"/>
              <a:ext cx="306" cy="3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4" name="View.ISO.Edge.BearingBlock_edge_10_segment_60_interval_17_Silhouette.1"/>
            <p:cNvSpPr/>
            <p:nvPr/>
          </p:nvSpPr>
          <p:spPr>
            <a:xfrm>
              <a:off x="5671582" y="316338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5" name="View.ISO.Edge.BearingBlock_edge_10_segment_60_interval_18_Silhouette.1"/>
            <p:cNvSpPr/>
            <p:nvPr/>
          </p:nvSpPr>
          <p:spPr>
            <a:xfrm>
              <a:off x="5671601" y="3163405"/>
              <a:ext cx="93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6" name="View.ISO.Edge.BearingBlock_edge_10_segment_60_interval_19_Silhouette.1"/>
            <p:cNvSpPr/>
            <p:nvPr/>
          </p:nvSpPr>
          <p:spPr>
            <a:xfrm>
              <a:off x="5671694" y="3163518"/>
              <a:ext cx="322" cy="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7" name="View.ISO.Edge.BearingBlock_edge_10_segment_60_interval_20_Silhouette.1"/>
            <p:cNvSpPr/>
            <p:nvPr/>
          </p:nvSpPr>
          <p:spPr>
            <a:xfrm>
              <a:off x="5672017" y="3163911"/>
              <a:ext cx="9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8" name="View.ISO.Edge.BearingBlock_edge_10_segment_60_interval_21_Silhouette.1"/>
            <p:cNvSpPr/>
            <p:nvPr/>
          </p:nvSpPr>
          <p:spPr>
            <a:xfrm>
              <a:off x="5672112" y="3164028"/>
              <a:ext cx="339" cy="4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9" name="View.ISO.Edge.BearingBlock_edge_10_segment_60_interval_22_Silhouette.1"/>
            <p:cNvSpPr/>
            <p:nvPr/>
          </p:nvSpPr>
          <p:spPr>
            <a:xfrm>
              <a:off x="5672451" y="3164442"/>
              <a:ext cx="79" cy="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0" name="View.ISO.Edge.BearingBlock_edge_10_segment_60_interval_23_Silhouette.1"/>
            <p:cNvSpPr/>
            <p:nvPr/>
          </p:nvSpPr>
          <p:spPr>
            <a:xfrm>
              <a:off x="5672530" y="3164538"/>
              <a:ext cx="259" cy="3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1" name="View.ISO.Edge.BearingBlock_edge_10_segment_61_interval_0_Silhouette.1"/>
            <p:cNvSpPr/>
            <p:nvPr/>
          </p:nvSpPr>
          <p:spPr>
            <a:xfrm>
              <a:off x="5672790" y="3164855"/>
              <a:ext cx="106" cy="1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2" name="View.ISO.Edge.BearingBlock_edge_10_segment_61_interval_1_Silhouette.1"/>
            <p:cNvSpPr/>
            <p:nvPr/>
          </p:nvSpPr>
          <p:spPr>
            <a:xfrm>
              <a:off x="5672896" y="3164957"/>
              <a:ext cx="69" cy="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3" name="View.ISO.Edge.BearingBlock_edge_10_segment_61_interval_2_Silhouette.1"/>
            <p:cNvSpPr/>
            <p:nvPr/>
          </p:nvSpPr>
          <p:spPr>
            <a:xfrm>
              <a:off x="5672965" y="3165024"/>
              <a:ext cx="413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4" name="View.ISO.Edge.BearingBlock_edge_10_segment_61_interval_3_Silhouette.1"/>
            <p:cNvSpPr/>
            <p:nvPr/>
          </p:nvSpPr>
          <p:spPr>
            <a:xfrm>
              <a:off x="5673378" y="3165422"/>
              <a:ext cx="49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5" name="View.ISO.Edge.BearingBlock_edge_10_segment_61_interval_4_Silhouette.1"/>
            <p:cNvSpPr/>
            <p:nvPr/>
          </p:nvSpPr>
          <p:spPr>
            <a:xfrm>
              <a:off x="5673427" y="3165469"/>
              <a:ext cx="433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6" name="View.ISO.Edge.BearingBlock_edge_10_segment_61_interval_5_Silhouette.1"/>
            <p:cNvSpPr/>
            <p:nvPr/>
          </p:nvSpPr>
          <p:spPr>
            <a:xfrm>
              <a:off x="5673860" y="316588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7" name="View.ISO.Edge.BearingBlock_edge_10_segment_61_interval_6_Silhouette.1"/>
            <p:cNvSpPr/>
            <p:nvPr/>
          </p:nvSpPr>
          <p:spPr>
            <a:xfrm>
              <a:off x="5673889" y="3165914"/>
              <a:ext cx="359" cy="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8" name="View.ISO.Edge.BearingBlock_edge_10_segment_61_interval_7_Silhouette.1"/>
            <p:cNvSpPr/>
            <p:nvPr/>
          </p:nvSpPr>
          <p:spPr>
            <a:xfrm>
              <a:off x="5674248" y="3166260"/>
              <a:ext cx="94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9" name="View.ISO.Edge.BearingBlock_edge_10_segment_61_interval_8_Silhouette.1"/>
            <p:cNvSpPr/>
            <p:nvPr/>
          </p:nvSpPr>
          <p:spPr>
            <a:xfrm>
              <a:off x="5674341" y="316635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0" name="View.ISO.Edge.BearingBlock_edge_10_segment_61_interval_9_Silhouette.1"/>
            <p:cNvSpPr/>
            <p:nvPr/>
          </p:nvSpPr>
          <p:spPr>
            <a:xfrm>
              <a:off x="5674350" y="3166358"/>
              <a:ext cx="208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1" name="View.ISO.Edge.BearingBlock_edge_10_segment_61_interval_10_Silhouette.1"/>
            <p:cNvSpPr/>
            <p:nvPr/>
          </p:nvSpPr>
          <p:spPr>
            <a:xfrm>
              <a:off x="5674559" y="3166559"/>
              <a:ext cx="350" cy="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2" name="View.ISO.Edge.BearingBlock_edge_10_segment_61_interval_11_Silhouette.1"/>
            <p:cNvSpPr/>
            <p:nvPr/>
          </p:nvSpPr>
          <p:spPr>
            <a:xfrm>
              <a:off x="5674909" y="316689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3" name="View.ISO.Edge.BearingBlock_edge_10_segment_61_interval_12_Silhouette.1"/>
            <p:cNvSpPr/>
            <p:nvPr/>
          </p:nvSpPr>
          <p:spPr>
            <a:xfrm>
              <a:off x="5674922" y="3166909"/>
              <a:ext cx="271" cy="2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4" name="View.ISO.Edge.BearingBlock_edge_10_segment_61_interval_13_Silhouette.1"/>
            <p:cNvSpPr/>
            <p:nvPr/>
          </p:nvSpPr>
          <p:spPr>
            <a:xfrm>
              <a:off x="5675193" y="3167170"/>
              <a:ext cx="278" cy="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5" name="View.ISO.Edge.BearingBlock_edge_10_segment_61_interval_14_Silhouette.1"/>
            <p:cNvSpPr/>
            <p:nvPr/>
          </p:nvSpPr>
          <p:spPr>
            <a:xfrm>
              <a:off x="5675471" y="3167438"/>
              <a:ext cx="76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6" name="View.ISO.Edge.BearingBlock_edge_10_segment_61_interval_15_Silhouette.1"/>
            <p:cNvSpPr/>
            <p:nvPr/>
          </p:nvSpPr>
          <p:spPr>
            <a:xfrm>
              <a:off x="5675547" y="3167511"/>
              <a:ext cx="3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7" name="View.ISO.Edge.BearingBlock_edge_10_segment_61_interval_16_Silhouette.1"/>
            <p:cNvSpPr/>
            <p:nvPr/>
          </p:nvSpPr>
          <p:spPr>
            <a:xfrm>
              <a:off x="5675584" y="3167547"/>
              <a:ext cx="601" cy="5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8" name="View.ISO.Edge.BearingBlock_edge_10_segment_61_interval_17_Silhouette.1"/>
            <p:cNvSpPr/>
            <p:nvPr/>
          </p:nvSpPr>
          <p:spPr>
            <a:xfrm>
              <a:off x="5676185" y="3168126"/>
              <a:ext cx="61" cy="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9" name="View.ISO.Edge.BearingBlock_edge_10_segment_61_interval_18_Silhouette.1"/>
            <p:cNvSpPr/>
            <p:nvPr/>
          </p:nvSpPr>
          <p:spPr>
            <a:xfrm>
              <a:off x="5676246" y="3168185"/>
              <a:ext cx="577" cy="5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0" name="View.ISO.Edge.BearingBlock_edge_10_segment_61_interval_19_Silhouette.1"/>
            <p:cNvSpPr/>
            <p:nvPr/>
          </p:nvSpPr>
          <p:spPr>
            <a:xfrm>
              <a:off x="5676823" y="3168741"/>
              <a:ext cx="85" cy="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1" name="View.ISO.Edge.BearingBlock_edge_10_segment_61_interval_20_Silhouette.1"/>
            <p:cNvSpPr/>
            <p:nvPr/>
          </p:nvSpPr>
          <p:spPr>
            <a:xfrm>
              <a:off x="5676908" y="3168822"/>
              <a:ext cx="553" cy="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2" name="View.ISO.Edge.BearingBlock_edge_10_segment_61_interval_21_Silhouette.1"/>
            <p:cNvSpPr/>
            <p:nvPr/>
          </p:nvSpPr>
          <p:spPr>
            <a:xfrm>
              <a:off x="5677461" y="3169355"/>
              <a:ext cx="109" cy="1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3" name="View.ISO.Edge.BearingBlock_edge_10_segment_61_interval_22_Silhouette.1"/>
            <p:cNvSpPr/>
            <p:nvPr/>
          </p:nvSpPr>
          <p:spPr>
            <a:xfrm>
              <a:off x="5677570" y="3169460"/>
              <a:ext cx="529" cy="5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4" name="View.ISO.Edge.BearingBlock_edge_10_segment_61_interval_23_Silhouette.1"/>
            <p:cNvSpPr/>
            <p:nvPr/>
          </p:nvSpPr>
          <p:spPr>
            <a:xfrm>
              <a:off x="5678100" y="3169970"/>
              <a:ext cx="133" cy="1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5" name="View.ISO.Edge.BearingBlock_edge_10_segment_61_interval_24_Silhouette.1"/>
            <p:cNvSpPr/>
            <p:nvPr/>
          </p:nvSpPr>
          <p:spPr>
            <a:xfrm>
              <a:off x="5678232" y="3170097"/>
              <a:ext cx="172" cy="1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6" name="View.ISO.Edge.BearingBlock_edge_10_segment_62_interval_0_Silhouette.1"/>
            <p:cNvSpPr/>
            <p:nvPr/>
          </p:nvSpPr>
          <p:spPr>
            <a:xfrm>
              <a:off x="5678404" y="3170263"/>
              <a:ext cx="372" cy="2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7" name="View.ISO.Edge.BearingBlock_edge_10_segment_62_interval_1_Silhouette.1"/>
            <p:cNvSpPr/>
            <p:nvPr/>
          </p:nvSpPr>
          <p:spPr>
            <a:xfrm>
              <a:off x="5678776" y="3170553"/>
              <a:ext cx="177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8" name="View.ISO.Edge.BearingBlock_edge_10_segment_62_interval_2_Silhouette.1"/>
            <p:cNvSpPr/>
            <p:nvPr/>
          </p:nvSpPr>
          <p:spPr>
            <a:xfrm>
              <a:off x="5678953" y="3170691"/>
              <a:ext cx="535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9" name="View.ISO.Edge.BearingBlock_edge_10_segment_62_interval_3_Silhouette.1"/>
            <p:cNvSpPr/>
            <p:nvPr/>
          </p:nvSpPr>
          <p:spPr>
            <a:xfrm>
              <a:off x="5679488" y="3171107"/>
              <a:ext cx="207" cy="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0" name="View.ISO.Edge.BearingBlock_edge_10_segment_62_interval_4_Silhouette.1"/>
            <p:cNvSpPr/>
            <p:nvPr/>
          </p:nvSpPr>
          <p:spPr>
            <a:xfrm>
              <a:off x="5679695" y="3171268"/>
              <a:ext cx="505" cy="3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1" name="View.ISO.Edge.BearingBlock_edge_10_segment_62_interval_5_Silhouette.1"/>
            <p:cNvSpPr/>
            <p:nvPr/>
          </p:nvSpPr>
          <p:spPr>
            <a:xfrm>
              <a:off x="5680200" y="3171661"/>
              <a:ext cx="237" cy="1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2" name="View.ISO.Edge.BearingBlock_edge_10_segment_62_interval_6_Silhouette.1"/>
            <p:cNvSpPr/>
            <p:nvPr/>
          </p:nvSpPr>
          <p:spPr>
            <a:xfrm>
              <a:off x="5680437" y="3171846"/>
              <a:ext cx="475" cy="3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3" name="View.ISO.Edge.BearingBlock_edge_10_segment_62_interval_7_Silhouette.1"/>
            <p:cNvSpPr/>
            <p:nvPr/>
          </p:nvSpPr>
          <p:spPr>
            <a:xfrm>
              <a:off x="5680912" y="3172216"/>
              <a:ext cx="267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4" name="View.ISO.Edge.BearingBlock_edge_10_segment_62_interval_8_Silhouette.1"/>
            <p:cNvSpPr/>
            <p:nvPr/>
          </p:nvSpPr>
          <p:spPr>
            <a:xfrm>
              <a:off x="5681179" y="3172423"/>
              <a:ext cx="445" cy="3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5" name="View.ISO.Edge.BearingBlock_edge_10_segment_62_interval_9_Silhouette.1"/>
            <p:cNvSpPr/>
            <p:nvPr/>
          </p:nvSpPr>
          <p:spPr>
            <a:xfrm>
              <a:off x="5681624" y="3172770"/>
              <a:ext cx="296" cy="2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6" name="View.ISO.Edge.BearingBlock_edge_10_segment_62_interval_10_Silhouette.1"/>
            <p:cNvSpPr/>
            <p:nvPr/>
          </p:nvSpPr>
          <p:spPr>
            <a:xfrm>
              <a:off x="5681921" y="3173001"/>
              <a:ext cx="416" cy="3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7" name="View.ISO.Edge.BearingBlock_edge_10_segment_62_interval_11_Silhouette.1"/>
            <p:cNvSpPr/>
            <p:nvPr/>
          </p:nvSpPr>
          <p:spPr>
            <a:xfrm>
              <a:off x="5682336" y="3173324"/>
              <a:ext cx="326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8" name="View.ISO.Edge.BearingBlock_edge_10_segment_62_interval_12_Silhouette.1"/>
            <p:cNvSpPr/>
            <p:nvPr/>
          </p:nvSpPr>
          <p:spPr>
            <a:xfrm>
              <a:off x="5682663" y="3173578"/>
              <a:ext cx="386" cy="3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9" name="View.ISO.Edge.BearingBlock_edge_10_segment_62_interval_13_Silhouette.1"/>
            <p:cNvSpPr/>
            <p:nvPr/>
          </p:nvSpPr>
          <p:spPr>
            <a:xfrm>
              <a:off x="5683048" y="3173879"/>
              <a:ext cx="356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0" name="View.ISO.Edge.BearingBlock_edge_10_segment_62_interval_14_Silhouette.1"/>
            <p:cNvSpPr/>
            <p:nvPr/>
          </p:nvSpPr>
          <p:spPr>
            <a:xfrm>
              <a:off x="5683405" y="3174156"/>
              <a:ext cx="356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1" name="View.ISO.Edge.BearingBlock_edge_10_segment_62_interval_15_Silhouette.1"/>
            <p:cNvSpPr/>
            <p:nvPr/>
          </p:nvSpPr>
          <p:spPr>
            <a:xfrm>
              <a:off x="5683760" y="3174433"/>
              <a:ext cx="386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2" name="View.ISO.Edge.BearingBlock_edge_10_segment_62_interval_16_Silhouette.1"/>
            <p:cNvSpPr/>
            <p:nvPr/>
          </p:nvSpPr>
          <p:spPr>
            <a:xfrm>
              <a:off x="5684146" y="3174733"/>
              <a:ext cx="326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3" name="View.ISO.Edge.BearingBlock_edge_10_segment_62_interval_17_Silhouette.1"/>
            <p:cNvSpPr/>
            <p:nvPr/>
          </p:nvSpPr>
          <p:spPr>
            <a:xfrm>
              <a:off x="5684472" y="3174987"/>
              <a:ext cx="416" cy="3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4" name="View.ISO.Edge.BearingBlock_edge_10_segment_62_interval_18_Silhouette.1"/>
            <p:cNvSpPr/>
            <p:nvPr/>
          </p:nvSpPr>
          <p:spPr>
            <a:xfrm>
              <a:off x="5684888" y="31753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5" name="View.ISO.Edge.BearingBlock_edge_10_segment_63_interval_0_Silhouette.1"/>
            <p:cNvSpPr/>
            <p:nvPr/>
          </p:nvSpPr>
          <p:spPr>
            <a:xfrm>
              <a:off x="5684909" y="3175327"/>
              <a:ext cx="302" cy="1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6" name="View.ISO.Edge.BearingBlock_edge_10_segment_63_interval_1_Silhouette.1"/>
            <p:cNvSpPr/>
            <p:nvPr/>
          </p:nvSpPr>
          <p:spPr>
            <a:xfrm>
              <a:off x="5685211" y="3175519"/>
              <a:ext cx="492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7" name="View.ISO.Edge.BearingBlock_edge_10_segment_63_interval_2_Silhouette.1"/>
            <p:cNvSpPr/>
            <p:nvPr/>
          </p:nvSpPr>
          <p:spPr>
            <a:xfrm>
              <a:off x="5685704" y="3175833"/>
              <a:ext cx="217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8" name="View.ISO.Edge.BearingBlock_edge_10_segment_63_interval_3_Silhouette.1"/>
            <p:cNvSpPr/>
            <p:nvPr/>
          </p:nvSpPr>
          <p:spPr>
            <a:xfrm>
              <a:off x="5685920" y="3175971"/>
              <a:ext cx="72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9" name="View.ISO.Edge.BearingBlock_edge_10_segment_63_interval_4_Silhouette.1"/>
            <p:cNvSpPr/>
            <p:nvPr/>
          </p:nvSpPr>
          <p:spPr>
            <a:xfrm>
              <a:off x="5685992" y="3176017"/>
              <a:ext cx="529" cy="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0" name="View.ISO.Edge.BearingBlock_edge_10_segment_63_interval_5_Silhouette.1"/>
            <p:cNvSpPr/>
            <p:nvPr/>
          </p:nvSpPr>
          <p:spPr>
            <a:xfrm>
              <a:off x="5686521" y="3176354"/>
              <a:ext cx="253" cy="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1" name="View.ISO.Edge.BearingBlock_edge_10_segment_63_interval_6_Silhouette.1"/>
            <p:cNvSpPr/>
            <p:nvPr/>
          </p:nvSpPr>
          <p:spPr>
            <a:xfrm>
              <a:off x="5686774" y="3176515"/>
              <a:ext cx="565" cy="3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2" name="View.ISO.Edge.BearingBlock_edge_10_segment_63_interval_7_Silhouette.1"/>
            <p:cNvSpPr/>
            <p:nvPr/>
          </p:nvSpPr>
          <p:spPr>
            <a:xfrm>
              <a:off x="5687338" y="3176875"/>
              <a:ext cx="217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3" name="View.ISO.Edge.BearingBlock_edge_10_segment_63_interval_8_Silhouette.1"/>
            <p:cNvSpPr/>
            <p:nvPr/>
          </p:nvSpPr>
          <p:spPr>
            <a:xfrm>
              <a:off x="5687555" y="3177013"/>
              <a:ext cx="601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4" name="View.ISO.Edge.BearingBlock_edge_10_segment_63_interval_9_Silhouette.1"/>
            <p:cNvSpPr/>
            <p:nvPr/>
          </p:nvSpPr>
          <p:spPr>
            <a:xfrm>
              <a:off x="5688156" y="3177395"/>
              <a:ext cx="181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5" name="View.ISO.Edge.BearingBlock_edge_10_segment_63_interval_10_Silhouette.1"/>
            <p:cNvSpPr/>
            <p:nvPr/>
          </p:nvSpPr>
          <p:spPr>
            <a:xfrm>
              <a:off x="5688336" y="3177510"/>
              <a:ext cx="637" cy="4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6" name="View.ISO.Edge.BearingBlock_edge_10_segment_63_interval_11_Silhouette.1"/>
            <p:cNvSpPr/>
            <p:nvPr/>
          </p:nvSpPr>
          <p:spPr>
            <a:xfrm>
              <a:off x="5688973" y="3177916"/>
              <a:ext cx="144" cy="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7" name="View.ISO.Edge.BearingBlock_edge_10_segment_63_interval_12_Silhouette.1"/>
            <p:cNvSpPr/>
            <p:nvPr/>
          </p:nvSpPr>
          <p:spPr>
            <a:xfrm>
              <a:off x="5689118" y="3178008"/>
              <a:ext cx="673" cy="4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8" name="View.ISO.Edge.BearingBlock_edge_10_segment_63_interval_13_Silhouette.1"/>
            <p:cNvSpPr/>
            <p:nvPr/>
          </p:nvSpPr>
          <p:spPr>
            <a:xfrm>
              <a:off x="5689791" y="3178437"/>
              <a:ext cx="108" cy="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9" name="View.ISO.Edge.BearingBlock_edge_10_segment_63_interval_14_Silhouette.1"/>
            <p:cNvSpPr/>
            <p:nvPr/>
          </p:nvSpPr>
          <p:spPr>
            <a:xfrm>
              <a:off x="5689899" y="3178506"/>
              <a:ext cx="709" cy="4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0" name="View.ISO.Edge.BearingBlock_edge_10_segment_63_interval_15_Silhouette.1"/>
            <p:cNvSpPr/>
            <p:nvPr/>
          </p:nvSpPr>
          <p:spPr>
            <a:xfrm>
              <a:off x="5690608" y="3178957"/>
              <a:ext cx="72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1" name="View.ISO.Edge.BearingBlock_edge_10_segment_63_interval_16_Silhouette.1"/>
            <p:cNvSpPr/>
            <p:nvPr/>
          </p:nvSpPr>
          <p:spPr>
            <a:xfrm>
              <a:off x="5690680" y="3179003"/>
              <a:ext cx="745" cy="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2" name="View.ISO.Edge.BearingBlock_edge_10_segment_63_interval_17_Silhouette.1"/>
            <p:cNvSpPr/>
            <p:nvPr/>
          </p:nvSpPr>
          <p:spPr>
            <a:xfrm>
              <a:off x="5691425" y="317947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3" name="View.ISO.Edge.BearingBlock_edge_10_segment_63_interval_18_Silhouette.1"/>
            <p:cNvSpPr/>
            <p:nvPr/>
          </p:nvSpPr>
          <p:spPr>
            <a:xfrm>
              <a:off x="5691462" y="3179501"/>
              <a:ext cx="781" cy="4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4" name="View.ISO.Edge.BearingBlock_edge_11_segment_0_interval_0_Visible.1"/>
            <p:cNvSpPr/>
            <p:nvPr/>
          </p:nvSpPr>
          <p:spPr>
            <a:xfrm flipV="1">
              <a:off x="4492286" y="3304929"/>
              <a:ext cx="36" cy="272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5" name="View.ISO.Edge.BearingBlock_edge_13_segment_0_interval_0_Visible.1"/>
            <p:cNvSpPr/>
            <p:nvPr/>
          </p:nvSpPr>
          <p:spPr>
            <a:xfrm flipV="1">
              <a:off x="5475857" y="3872794"/>
              <a:ext cx="36" cy="272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6" name="View.ISO.Edge.BearingBlock_edge_14_segment_0_interval_0_Visible.1"/>
            <p:cNvSpPr/>
            <p:nvPr/>
          </p:nvSpPr>
          <p:spPr>
            <a:xfrm flipV="1">
              <a:off x="7049571" y="2964210"/>
              <a:ext cx="36" cy="272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7" name="View.ISO.Edge.BearingBlock_edge_2_segment_0_interval_0_Visible.1"/>
            <p:cNvSpPr/>
            <p:nvPr/>
          </p:nvSpPr>
          <p:spPr>
            <a:xfrm>
              <a:off x="4492286" y="3577504"/>
              <a:ext cx="983571" cy="5678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8" name="View.ISO.Edge.BearingBlock_edge_3_segment_0_interval_0_Visible.1"/>
            <p:cNvSpPr/>
            <p:nvPr/>
          </p:nvSpPr>
          <p:spPr>
            <a:xfrm flipV="1">
              <a:off x="5475857" y="3236785"/>
              <a:ext cx="1573714" cy="9085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9" name="View.ISO.Edge.BearingBlock_edge_6_segment_0_interval_0_Visible.1"/>
            <p:cNvSpPr/>
            <p:nvPr/>
          </p:nvSpPr>
          <p:spPr>
            <a:xfrm flipH="1">
              <a:off x="4492286" y="2396345"/>
              <a:ext cx="1573714" cy="9085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0" name="View.ISO.Edge.BearingBlock_edge_7_segment_0_interval_0_Visible.1"/>
            <p:cNvSpPr/>
            <p:nvPr/>
          </p:nvSpPr>
          <p:spPr>
            <a:xfrm>
              <a:off x="4492286" y="3304929"/>
              <a:ext cx="205267" cy="1185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1" name="View.ISO.Edge.BearingBlock_edge_7_segment_0_interval_1_Visible.1"/>
            <p:cNvSpPr/>
            <p:nvPr/>
          </p:nvSpPr>
          <p:spPr>
            <a:xfrm>
              <a:off x="4697553" y="3423440"/>
              <a:ext cx="30790" cy="177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2" name="View.ISO.Edge.BearingBlock_edge_7_segment_0_interval_2_Visible.1"/>
            <p:cNvSpPr/>
            <p:nvPr/>
          </p:nvSpPr>
          <p:spPr>
            <a:xfrm>
              <a:off x="4728343" y="3441217"/>
              <a:ext cx="133782" cy="772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3" name="View.ISO.Edge.BearingBlock_edge_7_segment_0_interval_3_Visible.1"/>
            <p:cNvSpPr/>
            <p:nvPr/>
          </p:nvSpPr>
          <p:spPr>
            <a:xfrm>
              <a:off x="4862125" y="3518456"/>
              <a:ext cx="7018" cy="40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4" name="View.ISO.Edge.BearingBlock_edge_7_segment_0_interval_4_Visible.1"/>
            <p:cNvSpPr/>
            <p:nvPr/>
          </p:nvSpPr>
          <p:spPr>
            <a:xfrm>
              <a:off x="4869143" y="3522508"/>
              <a:ext cx="7802" cy="45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5" name="View.ISO.Edge.BearingBlock_edge_7_segment_0_interval_5_Visible.1"/>
            <p:cNvSpPr/>
            <p:nvPr/>
          </p:nvSpPr>
          <p:spPr>
            <a:xfrm>
              <a:off x="4876945" y="3527012"/>
              <a:ext cx="7945" cy="45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6" name="View.ISO.Edge.BearingBlock_edge_7_segment_0_interval_6_Visible.1"/>
            <p:cNvSpPr/>
            <p:nvPr/>
          </p:nvSpPr>
          <p:spPr>
            <a:xfrm>
              <a:off x="4884890" y="3531599"/>
              <a:ext cx="7381" cy="4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7" name="View.ISO.Edge.BearingBlock_edge_7_segment_0_interval_7_Visible.1"/>
            <p:cNvSpPr/>
            <p:nvPr/>
          </p:nvSpPr>
          <p:spPr>
            <a:xfrm>
              <a:off x="4892271" y="3535861"/>
              <a:ext cx="6145" cy="35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8" name="View.ISO.Edge.BearingBlock_edge_7_segment_0_interval_8_Visible.1"/>
            <p:cNvSpPr/>
            <p:nvPr/>
          </p:nvSpPr>
          <p:spPr>
            <a:xfrm>
              <a:off x="4898416" y="3539408"/>
              <a:ext cx="4373" cy="25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9" name="View.ISO.Edge.BearingBlock_edge_7_segment_0_interval_9_Visible.1"/>
            <p:cNvSpPr/>
            <p:nvPr/>
          </p:nvSpPr>
          <p:spPr>
            <a:xfrm>
              <a:off x="4902789" y="3541933"/>
              <a:ext cx="2278" cy="13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0" name="View.ISO.Edge.BearingBlock_edge_7_segment_0_interval_10_Visible.1"/>
            <p:cNvSpPr/>
            <p:nvPr/>
          </p:nvSpPr>
          <p:spPr>
            <a:xfrm>
              <a:off x="4905067" y="3543248"/>
              <a:ext cx="96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1" name="View.ISO.Edge.BearingBlock_edge_7_segment_0_interval_11_Visible.1"/>
            <p:cNvSpPr/>
            <p:nvPr/>
          </p:nvSpPr>
          <p:spPr>
            <a:xfrm>
              <a:off x="4905163" y="3543304"/>
              <a:ext cx="570694" cy="3294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2" name="View.ISO.Edge.BearingBlock_edge_8_segment_0_interval_0_Visible.1"/>
            <p:cNvSpPr/>
            <p:nvPr/>
          </p:nvSpPr>
          <p:spPr>
            <a:xfrm flipV="1">
              <a:off x="5475857" y="3768603"/>
              <a:ext cx="180465" cy="1041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3" name="View.ISO.Edge.BearingBlock_edge_8_segment_0_interval_1_Visible.1"/>
            <p:cNvSpPr/>
            <p:nvPr/>
          </p:nvSpPr>
          <p:spPr>
            <a:xfrm flipV="1">
              <a:off x="5656322" y="3757836"/>
              <a:ext cx="18649" cy="107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4" name="View.ISO.Edge.BearingBlock_edge_8_segment_0_interval_2_Visible.1"/>
            <p:cNvSpPr/>
            <p:nvPr/>
          </p:nvSpPr>
          <p:spPr>
            <a:xfrm flipV="1">
              <a:off x="5674971" y="3749486"/>
              <a:ext cx="14462" cy="83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5" name="View.ISO.Edge.BearingBlock_edge_8_segment_0_interval_3_Visible.1"/>
            <p:cNvSpPr/>
            <p:nvPr/>
          </p:nvSpPr>
          <p:spPr>
            <a:xfrm flipV="1">
              <a:off x="5689433" y="3360093"/>
              <a:ext cx="674449" cy="3893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6" name="View.ISO.Edge.BearingBlock_edge_8_segment_0_interval_4_Visible.1"/>
            <p:cNvSpPr/>
            <p:nvPr/>
          </p:nvSpPr>
          <p:spPr>
            <a:xfrm flipV="1">
              <a:off x="6363882" y="3351744"/>
              <a:ext cx="14462" cy="83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7" name="View.ISO.Edge.BearingBlock_edge_8_segment_0_interval_5_Visible.1"/>
            <p:cNvSpPr/>
            <p:nvPr/>
          </p:nvSpPr>
          <p:spPr>
            <a:xfrm flipV="1">
              <a:off x="6378343" y="3340977"/>
              <a:ext cx="18649" cy="107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8" name="View.ISO.Edge.BearingBlock_edge_8_segment_0_interval_6_Visible.1"/>
            <p:cNvSpPr/>
            <p:nvPr/>
          </p:nvSpPr>
          <p:spPr>
            <a:xfrm flipV="1">
              <a:off x="6396992" y="3328990"/>
              <a:ext cx="20762" cy="1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9" name="View.ISO.Edge.BearingBlock_edge_8_segment_0_interval_7_Visible.1"/>
            <p:cNvSpPr/>
            <p:nvPr/>
          </p:nvSpPr>
          <p:spPr>
            <a:xfrm flipV="1">
              <a:off x="6417755" y="3316993"/>
              <a:ext cx="20779" cy="119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0" name="View.ISO.Edge.BearingBlock_edge_8_segment_0_interval_8_Visible.1"/>
            <p:cNvSpPr/>
            <p:nvPr/>
          </p:nvSpPr>
          <p:spPr>
            <a:xfrm flipV="1">
              <a:off x="6438533" y="3306005"/>
              <a:ext cx="19031" cy="109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1" name="View.ISO.Edge.BearingBlock_edge_8_segment_0_interval_9_Visible.1"/>
            <p:cNvSpPr/>
            <p:nvPr/>
          </p:nvSpPr>
          <p:spPr>
            <a:xfrm flipV="1">
              <a:off x="6457565" y="3296752"/>
              <a:ext cx="16027" cy="92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2" name="View.ISO.Edge.BearingBlock_edge_8_segment_0_interval_10_Visible.1"/>
            <p:cNvSpPr/>
            <p:nvPr/>
          </p:nvSpPr>
          <p:spPr>
            <a:xfrm flipV="1">
              <a:off x="6473592" y="3289661"/>
              <a:ext cx="12281" cy="70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3" name="View.ISO.Edge.BearingBlock_edge_8_segment_0_interval_11_Visible.1"/>
            <p:cNvSpPr/>
            <p:nvPr/>
          </p:nvSpPr>
          <p:spPr>
            <a:xfrm flipV="1">
              <a:off x="6485873" y="3284919"/>
              <a:ext cx="8213" cy="47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4" name="View.ISO.Edge.BearingBlock_edge_8_segment_0_interval_12_Visible.1"/>
            <p:cNvSpPr/>
            <p:nvPr/>
          </p:nvSpPr>
          <p:spPr>
            <a:xfrm flipV="1">
              <a:off x="6494086" y="3282543"/>
              <a:ext cx="4117" cy="23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5" name="View.ISO.Edge.BearingBlock_edge_8_segment_0_interval_13_Visible.1"/>
            <p:cNvSpPr/>
            <p:nvPr/>
          </p:nvSpPr>
          <p:spPr>
            <a:xfrm flipV="1">
              <a:off x="6498203" y="3282444"/>
              <a:ext cx="171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6" name="View.ISO.Edge.BearingBlock_edge_8_segment_0_interval_14_Visible.1"/>
            <p:cNvSpPr/>
            <p:nvPr/>
          </p:nvSpPr>
          <p:spPr>
            <a:xfrm flipV="1">
              <a:off x="6498374" y="3100498"/>
              <a:ext cx="315140" cy="1819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7" name="View.ISO.Edge.BearingBlock_edge_8_segment_0_interval_15_Visible.1"/>
            <p:cNvSpPr/>
            <p:nvPr/>
          </p:nvSpPr>
          <p:spPr>
            <a:xfrm flipV="1">
              <a:off x="6813514" y="2964210"/>
              <a:ext cx="236057" cy="1362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8" name="View.ISO.Edge.BearingBlock_edge_9_segment_0_interval_0_Visible.1"/>
            <p:cNvSpPr/>
            <p:nvPr/>
          </p:nvSpPr>
          <p:spPr>
            <a:xfrm flipH="1" flipV="1">
              <a:off x="6066000" y="2396345"/>
              <a:ext cx="983571" cy="5678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sp>
        <p:nvSpPr>
          <p:cNvPr id="800" name="Review.DFM-004.Highlight"/>
          <p:cNvSpPr/>
          <p:nvPr/>
        </p:nvSpPr>
        <p:spPr>
          <a:xfrm>
            <a:off x="2185071" y="2982857"/>
            <a:ext cx="576000" cy="576000"/>
          </a:xfrm>
          <a:prstGeom prst="ellipse">
            <a:avLst/>
          </a:prstGeom>
          <a:noFill/>
          <a:ln w="108000">
            <a:solidFill>
              <a:srgbClr val="FF5A36"/>
            </a:solidFill>
          </a:ln>
        </p:spPr>
      </p:sp>
      <p:sp>
        <p:nvSpPr>
          <p:cNvPr id="801" name="Review.DFM-004.BigArrow"/>
          <p:cNvSpPr/>
          <p:nvPr/>
        </p:nvSpPr>
        <p:spPr>
          <a:xfrm flipH="1">
            <a:off x="2761071" y="2880000"/>
            <a:ext cx="5806929" cy="390857"/>
          </a:xfrm>
          <a:prstGeom prst="line">
            <a:avLst/>
          </a:prstGeom>
          <a:ln w="108000">
            <a:solidFill>
              <a:srgbClr val="FF5A36"/>
            </a:solidFill>
            <a:tailEnd type="triangle"/>
          </a:ln>
        </p:spPr>
      </p:sp>
      <p:sp>
        <p:nvSpPr>
          <p:cNvPr id="802" name="Review.DFM-004.Summary"/>
          <p:cNvSpPr txBox="1"/>
          <p:nvPr/>
        </p:nvSpPr>
        <p:spPr>
          <a:xfrm>
            <a:off x="8208000" y="1080000"/>
            <a:ext cx="3528000" cy="5040000"/>
          </a:xfrm>
          <a:prstGeom prst="rect">
            <a:avLst/>
          </a:prstGeom>
          <a:solidFill>
            <a:srgbClr val="FFFFFF"/>
          </a:solidFill>
          <a:ln w="10800">
            <a:solidFill>
              <a:srgbClr val="D9DDE3"/>
            </a:solidFill>
          </a:ln>
        </p:spPr>
        <p:txBody>
          <a:bodyPr wrap="square" lIns="28800" tIns="14400" rIns="28800" bIns="14400"/>
          <a:lstStyle/>
          <a:p>
            <a:pPr algn="l"/>
            <a:r>
              <a:rPr lang="en-US" sz="1134">
                <a:latin typeface="Inter"/>
              </a:rPr>
              <a:t>STATUS  Resolved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Current bore tolerance requires finish grinding.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TARGET</a:t>
            </a:r>
            <a:endParaRPr lang="en-US"/>
          </a:p>
          <a:p>
            <a:pPr algn="l"/>
            <a:r>
              <a:rPr lang="en-US" sz="1134">
                <a:latin typeface="Inter"/>
              </a:rPr>
              <a:t>MountDiameter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CURRENT</a:t>
            </a:r>
            <a:endParaRPr lang="en-US"/>
          </a:p>
          <a:p>
            <a:pPr algn="l"/>
            <a:r>
              <a:rPr lang="en-US" sz="1134">
                <a:latin typeface="Inter"/>
              </a:rPr>
              <a:t>Ø8 mm +0.05/-0.02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PROPOSED</a:t>
            </a:r>
            <a:endParaRPr lang="en-US"/>
          </a:p>
          <a:p>
            <a:pPr algn="l"/>
            <a:r>
              <a:rPr lang="en-US" sz="1134">
                <a:latin typeface="Inter"/>
              </a:rPr>
              <a:t>—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Alice Chen · Northstar Machining</a:t>
            </a:r>
            <a:endParaRPr lang="en-US"/>
          </a:p>
          <a:p>
            <a:pPr algn="l"/>
            <a:r>
              <a:rPr lang="en-US" sz="1134">
                <a:latin typeface="Inter"/>
              </a:rPr>
              <a:t>2026-08-10</a:t>
            </a:r>
            <a:endParaRPr lang="en-US"/>
          </a:p>
        </p:txBody>
      </p:sp>
      <p:sp>
        <p:nvSpPr>
          <p:cNvPr id="803" name="DFM.Authority"/>
          <p:cNvSpPr txBox="1"/>
          <p:nvPr/>
        </p:nvSpPr>
        <p:spPr>
          <a:xfrm>
            <a:off x="432000" y="6408000"/>
            <a:ext cx="11328001" cy="180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737" b="1">
                <a:latin typeface="Inter"/>
              </a:rPr>
              <a:t>DOWNSTREAM REVIEW ARTIFACT — FIRMAMENT REMAINS ENGINEERING AUTHORITY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sp>
        <p:nvSpPr>
          <p:cNvPr id="2" name="DFM.Background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DFM.Title"/>
          <p:cNvSpPr txBox="1"/>
          <p:nvPr/>
        </p:nvSpPr>
        <p:spPr>
          <a:xfrm>
            <a:off x="432000" y="288000"/>
            <a:ext cx="11328001" cy="432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1984" b="1">
                <a:latin typeface="Inter"/>
              </a:rPr>
              <a:t>DFM-004  |  Proposal</a:t>
            </a:r>
            <a:endParaRPr lang="en-US"/>
          </a:p>
        </p:txBody>
      </p:sp>
      <p:sp>
        <p:nvSpPr>
          <p:cNvPr id="4" name="DFM.View.Frame"/>
          <p:cNvSpPr/>
          <p:nvPr/>
        </p:nvSpPr>
        <p:spPr>
          <a:xfrm>
            <a:off x="432000" y="1008000"/>
            <a:ext cx="7380000" cy="5220000"/>
          </a:xfrm>
          <a:prstGeom prst="rect">
            <a:avLst/>
          </a:prstGeom>
          <a:solidFill>
            <a:srgbClr val="FFFFFF"/>
          </a:solidFill>
          <a:ln w="10800">
            <a:solidFill>
              <a:srgbClr val="111111"/>
            </a:solidFill>
          </a:ln>
        </p:spPr>
      </p:sp>
      <p:grpSp>
        <p:nvGrpSpPr>
          <p:cNvPr id="133" name="View.Front.Geometry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5" name="View.Front.Edge.BearingBlock_edge_10_segment_0_interval_0_Silhouette.1"/>
            <p:cNvSpPr/>
            <p:nvPr/>
          </p:nvSpPr>
          <p:spPr>
            <a:xfrm flipH="1" flipV="1">
              <a:off x="2600320" y="3258324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View.Front.Edge.BearingBlock_edge_10_segment_1_interval_0_Silhouette.1"/>
            <p:cNvSpPr/>
            <p:nvPr/>
          </p:nvSpPr>
          <p:spPr>
            <a:xfrm flipH="1" flipV="1">
              <a:off x="2598479" y="3245912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" name="View.Front.Edge.BearingBlock_edge_10_segment_2_interval_0_Silhouette.1"/>
            <p:cNvSpPr/>
            <p:nvPr/>
          </p:nvSpPr>
          <p:spPr>
            <a:xfrm flipH="1" flipV="1">
              <a:off x="2596735" y="3238951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" name="View.Front.Edge.BearingBlock_edge_10_segment_2_interval_1_Silhouette.1"/>
            <p:cNvSpPr/>
            <p:nvPr/>
          </p:nvSpPr>
          <p:spPr>
            <a:xfrm flipH="1" flipV="1">
              <a:off x="2596222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" name="View.Front.Edge.BearingBlock_edge_10_segment_2_interval_2_Silhouette.1"/>
            <p:cNvSpPr/>
            <p:nvPr/>
          </p:nvSpPr>
          <p:spPr>
            <a:xfrm flipH="1" flipV="1">
              <a:off x="2595430" y="3233740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" name="View.Front.Edge.BearingBlock_edge_10_segment_3_interval_0_Silhouette.1"/>
            <p:cNvSpPr/>
            <p:nvPr/>
          </p:nvSpPr>
          <p:spPr>
            <a:xfrm flipH="1" flipV="1">
              <a:off x="2591203" y="3221926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" name="View.Front.Edge.BearingBlock_edge_10_segment_4_interval_0_Silhouette.1"/>
            <p:cNvSpPr/>
            <p:nvPr/>
          </p:nvSpPr>
          <p:spPr>
            <a:xfrm flipH="1" flipV="1">
              <a:off x="2585838" y="3210582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" name="View.Front.Edge.BearingBlock_edge_10_segment_5_interval_0_Silhouette.1"/>
            <p:cNvSpPr/>
            <p:nvPr/>
          </p:nvSpPr>
          <p:spPr>
            <a:xfrm flipH="1" flipV="1">
              <a:off x="2584162" y="3207787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" name="View.Front.Edge.BearingBlock_edge_10_segment_5_interval_1_Silhouette.1"/>
            <p:cNvSpPr/>
            <p:nvPr/>
          </p:nvSpPr>
          <p:spPr>
            <a:xfrm flipH="1" flipV="1">
              <a:off x="2583076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" name="View.Front.Edge.BearingBlock_edge_10_segment_5_interval_2_Silhouette.1"/>
            <p:cNvSpPr/>
            <p:nvPr/>
          </p:nvSpPr>
          <p:spPr>
            <a:xfrm flipH="1" flipV="1">
              <a:off x="2579387" y="319982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" name="View.Front.Edge.BearingBlock_edge_10_segment_6_interval_0_Silhouette.1"/>
            <p:cNvSpPr/>
            <p:nvPr/>
          </p:nvSpPr>
          <p:spPr>
            <a:xfrm flipH="1" flipV="1">
              <a:off x="2571912" y="3189741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" name="View.Front.Edge.BearingBlock_edge_10_segment_7_interval_0_Silhouette.1"/>
            <p:cNvSpPr/>
            <p:nvPr/>
          </p:nvSpPr>
          <p:spPr>
            <a:xfrm flipH="1" flipV="1">
              <a:off x="2563485" y="318044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" name="View.Front.Edge.BearingBlock_edge_10_segment_8_interval_0_Silhouette.1"/>
            <p:cNvSpPr/>
            <p:nvPr/>
          </p:nvSpPr>
          <p:spPr>
            <a:xfrm flipH="1" flipV="1">
              <a:off x="2560409" y="3177655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" name="View.Front.Edge.BearingBlock_edge_10_segment_8_interval_1_Silhouette.1"/>
            <p:cNvSpPr/>
            <p:nvPr/>
          </p:nvSpPr>
          <p:spPr>
            <a:xfrm flipH="1" flipV="1">
              <a:off x="2554188" y="3172017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" name="View.Front.Edge.BearingBlock_edge_10_segment_9_interval_0_Silhouette.1"/>
            <p:cNvSpPr/>
            <p:nvPr/>
          </p:nvSpPr>
          <p:spPr>
            <a:xfrm flipH="1" flipV="1">
              <a:off x="2544109" y="3164542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" name="View.Front.Edge.BearingBlock_edge_10_segment_10_interval_0_Silhouette.1"/>
            <p:cNvSpPr/>
            <p:nvPr/>
          </p:nvSpPr>
          <p:spPr>
            <a:xfrm flipH="1" flipV="1">
              <a:off x="2538070" y="316092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" name="View.Front.Edge.BearingBlock_edge_10_segment_10_interval_1_Silhouette.1"/>
            <p:cNvSpPr/>
            <p:nvPr/>
          </p:nvSpPr>
          <p:spPr>
            <a:xfrm flipH="1" flipV="1">
              <a:off x="2537954" y="3160853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" name="View.Front.Edge.BearingBlock_edge_10_segment_10_interval_2_Silhouette.1"/>
            <p:cNvSpPr/>
            <p:nvPr/>
          </p:nvSpPr>
          <p:spPr>
            <a:xfrm flipH="1" flipV="1">
              <a:off x="2536142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" name="View.Front.Edge.BearingBlock_edge_10_segment_10_interval_3_Silhouette.1"/>
            <p:cNvSpPr/>
            <p:nvPr/>
          </p:nvSpPr>
          <p:spPr>
            <a:xfrm flipH="1" flipV="1">
              <a:off x="2535161" y="3159179"/>
              <a:ext cx="981" cy="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" name="View.Front.Edge.BearingBlock_edge_10_segment_10_interval_4_Silhouette.1"/>
            <p:cNvSpPr/>
            <p:nvPr/>
          </p:nvSpPr>
          <p:spPr>
            <a:xfrm flipH="1" flipV="1">
              <a:off x="2533346" y="3158091"/>
              <a:ext cx="1815" cy="10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" name="View.Front.Edge.BearingBlock_edge_10_segment_11_interval_0_Silhouette.1"/>
            <p:cNvSpPr/>
            <p:nvPr/>
          </p:nvSpPr>
          <p:spPr>
            <a:xfrm flipH="1" flipV="1">
              <a:off x="2529396" y="3156223"/>
              <a:ext cx="3950" cy="18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" name="View.Front.Edge.BearingBlock_edge_10_segment_11_interval_1_Silhouette.1"/>
            <p:cNvSpPr/>
            <p:nvPr/>
          </p:nvSpPr>
          <p:spPr>
            <a:xfrm flipH="1" flipV="1">
              <a:off x="2522003" y="3152726"/>
              <a:ext cx="7394" cy="34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" name="View.Front.Edge.BearingBlock_edge_10_segment_12_interval_0_Silhouette.1"/>
            <p:cNvSpPr/>
            <p:nvPr/>
          </p:nvSpPr>
          <p:spPr>
            <a:xfrm flipH="1" flipV="1">
              <a:off x="2510188" y="3148499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" name="View.Front.Edge.BearingBlock_edge_10_segment_13_interval_0_Silhouette.1"/>
            <p:cNvSpPr/>
            <p:nvPr/>
          </p:nvSpPr>
          <p:spPr>
            <a:xfrm flipH="1" flipV="1">
              <a:off x="2507027" y="3147707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" name="View.Front.Edge.BearingBlock_edge_10_segment_13_interval_1_Silhouette.1"/>
            <p:cNvSpPr/>
            <p:nvPr/>
          </p:nvSpPr>
          <p:spPr>
            <a:xfrm flipH="1" flipV="1">
              <a:off x="2504978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" name="View.Front.Edge.BearingBlock_edge_10_segment_13_interval_2_Silhouette.1"/>
            <p:cNvSpPr/>
            <p:nvPr/>
          </p:nvSpPr>
          <p:spPr>
            <a:xfrm flipH="1" flipV="1">
              <a:off x="2498017" y="3145450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" name="View.Front.Edge.BearingBlock_edge_10_segment_14_interval_0_Silhouette.1"/>
            <p:cNvSpPr/>
            <p:nvPr/>
          </p:nvSpPr>
          <p:spPr>
            <a:xfrm flipH="1" flipV="1">
              <a:off x="2485604" y="3143609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" name="View.Front.Edge.BearingBlock_edge_10_segment_15_interval_0_Silhouette.1"/>
            <p:cNvSpPr/>
            <p:nvPr/>
          </p:nvSpPr>
          <p:spPr>
            <a:xfrm flipH="1" flipV="1">
              <a:off x="2473071" y="3142993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" name="View.Front.Edge.BearingBlock_edge_10_segment_16_interval_0_Silhouette.1"/>
            <p:cNvSpPr/>
            <p:nvPr/>
          </p:nvSpPr>
          <p:spPr>
            <a:xfrm flipH="1">
              <a:off x="2460539" y="3142993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" name="View.Front.Edge.BearingBlock_edge_10_segment_17_interval_0_Silhouette.1"/>
            <p:cNvSpPr/>
            <p:nvPr/>
          </p:nvSpPr>
          <p:spPr>
            <a:xfrm flipH="1">
              <a:off x="2448126" y="3143609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" name="View.Front.Edge.BearingBlock_edge_10_segment_18_interval_0_Silhouette.1"/>
            <p:cNvSpPr/>
            <p:nvPr/>
          </p:nvSpPr>
          <p:spPr>
            <a:xfrm flipH="1">
              <a:off x="2441165" y="3145450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" name="View.Front.Edge.BearingBlock_edge_10_segment_18_interval_1_Silhouette.1"/>
            <p:cNvSpPr/>
            <p:nvPr/>
          </p:nvSpPr>
          <p:spPr>
            <a:xfrm flipH="1">
              <a:off x="2439116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" name="View.Front.Edge.BearingBlock_edge_10_segment_18_interval_2_Silhouette.1"/>
            <p:cNvSpPr/>
            <p:nvPr/>
          </p:nvSpPr>
          <p:spPr>
            <a:xfrm flipH="1">
              <a:off x="2435954" y="3147707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" name="View.Front.Edge.BearingBlock_edge_10_segment_19_interval_0_Silhouette.1"/>
            <p:cNvSpPr/>
            <p:nvPr/>
          </p:nvSpPr>
          <p:spPr>
            <a:xfrm flipH="1">
              <a:off x="2424140" y="3148499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" name="View.Front.Edge.BearingBlock_edge_10_segment_20_interval_0_Silhouette.1"/>
            <p:cNvSpPr/>
            <p:nvPr/>
          </p:nvSpPr>
          <p:spPr>
            <a:xfrm flipH="1">
              <a:off x="2412797" y="3152726"/>
              <a:ext cx="11343" cy="53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" name="View.Front.Edge.BearingBlock_edge_10_segment_21_interval_0_Silhouette.1"/>
            <p:cNvSpPr/>
            <p:nvPr/>
          </p:nvSpPr>
          <p:spPr>
            <a:xfrm flipH="1">
              <a:off x="2410001" y="3158091"/>
              <a:ext cx="2795" cy="16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" name="View.Front.Edge.BearingBlock_edge_10_segment_21_interval_1_Silhouette.1"/>
            <p:cNvSpPr/>
            <p:nvPr/>
          </p:nvSpPr>
          <p:spPr>
            <a:xfrm flipH="1">
              <a:off x="2408189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" name="View.Front.Edge.BearingBlock_edge_10_segment_21_interval_2_Silhouette.1"/>
            <p:cNvSpPr/>
            <p:nvPr/>
          </p:nvSpPr>
          <p:spPr>
            <a:xfrm flipH="1">
              <a:off x="2408073" y="3160853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" name="View.Front.Edge.BearingBlock_edge_10_segment_21_interval_3_Silhouette.1"/>
            <p:cNvSpPr/>
            <p:nvPr/>
          </p:nvSpPr>
          <p:spPr>
            <a:xfrm flipH="1">
              <a:off x="2402034" y="316092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" name="View.Front.Edge.BearingBlock_edge_10_segment_22_interval_0_Silhouette.1"/>
            <p:cNvSpPr/>
            <p:nvPr/>
          </p:nvSpPr>
          <p:spPr>
            <a:xfrm flipH="1">
              <a:off x="2391955" y="3164542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" name="View.Front.Edge.BearingBlock_edge_10_segment_23_interval_0_Silhouette.1"/>
            <p:cNvSpPr/>
            <p:nvPr/>
          </p:nvSpPr>
          <p:spPr>
            <a:xfrm flipH="1">
              <a:off x="2385734" y="3172017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" name="View.Front.Edge.BearingBlock_edge_10_segment_23_interval_1_Silhouette.1"/>
            <p:cNvSpPr/>
            <p:nvPr/>
          </p:nvSpPr>
          <p:spPr>
            <a:xfrm flipH="1">
              <a:off x="2382658" y="3177655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" name="View.Front.Edge.BearingBlock_edge_10_segment_24_interval_0_Silhouette.1"/>
            <p:cNvSpPr/>
            <p:nvPr/>
          </p:nvSpPr>
          <p:spPr>
            <a:xfrm flipH="1">
              <a:off x="2374231" y="318044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" name="View.Front.Edge.BearingBlock_edge_10_segment_25_interval_0_Silhouette.1"/>
            <p:cNvSpPr/>
            <p:nvPr/>
          </p:nvSpPr>
          <p:spPr>
            <a:xfrm flipH="1">
              <a:off x="2366756" y="3189741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" name="View.Front.Edge.BearingBlock_edge_10_segment_26_interval_0_Silhouette.1"/>
            <p:cNvSpPr/>
            <p:nvPr/>
          </p:nvSpPr>
          <p:spPr>
            <a:xfrm flipH="1">
              <a:off x="2363067" y="319982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" name="View.Front.Edge.BearingBlock_edge_10_segment_26_interval_1_Silhouette.1"/>
            <p:cNvSpPr/>
            <p:nvPr/>
          </p:nvSpPr>
          <p:spPr>
            <a:xfrm flipH="1">
              <a:off x="2361981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" name="View.Front.Edge.BearingBlock_edge_10_segment_26_interval_2_Silhouette.1"/>
            <p:cNvSpPr/>
            <p:nvPr/>
          </p:nvSpPr>
          <p:spPr>
            <a:xfrm flipH="1">
              <a:off x="2360305" y="3207787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" name="View.Front.Edge.BearingBlock_edge_10_segment_27_interval_0_Silhouette.1"/>
            <p:cNvSpPr/>
            <p:nvPr/>
          </p:nvSpPr>
          <p:spPr>
            <a:xfrm flipH="1">
              <a:off x="2354940" y="3210582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" name="View.Front.Edge.BearingBlock_edge_10_segment_28_interval_0_Silhouette.1"/>
            <p:cNvSpPr/>
            <p:nvPr/>
          </p:nvSpPr>
          <p:spPr>
            <a:xfrm flipH="1">
              <a:off x="2350713" y="3221926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" name="View.Front.Edge.BearingBlock_edge_10_segment_29_interval_0_Silhouette.1"/>
            <p:cNvSpPr/>
            <p:nvPr/>
          </p:nvSpPr>
          <p:spPr>
            <a:xfrm flipH="1">
              <a:off x="2349921" y="3233740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" name="View.Front.Edge.BearingBlock_edge_10_segment_29_interval_1_Silhouette.1"/>
            <p:cNvSpPr/>
            <p:nvPr/>
          </p:nvSpPr>
          <p:spPr>
            <a:xfrm flipH="1">
              <a:off x="2349408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" name="View.Front.Edge.BearingBlock_edge_10_segment_29_interval_2_Silhouette.1"/>
            <p:cNvSpPr/>
            <p:nvPr/>
          </p:nvSpPr>
          <p:spPr>
            <a:xfrm flipH="1">
              <a:off x="2347664" y="3238951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" name="View.Front.Edge.BearingBlock_edge_10_segment_30_interval_0_Silhouette.1"/>
            <p:cNvSpPr/>
            <p:nvPr/>
          </p:nvSpPr>
          <p:spPr>
            <a:xfrm flipH="1">
              <a:off x="2345823" y="3245912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" name="View.Front.Edge.BearingBlock_edge_10_segment_31_interval_0_Silhouette.1"/>
            <p:cNvSpPr/>
            <p:nvPr/>
          </p:nvSpPr>
          <p:spPr>
            <a:xfrm flipH="1">
              <a:off x="2345207" y="3258324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" name="View.Front.Edge.BearingBlock_edge_10_segment_32_interval_0_Silhouette.1"/>
            <p:cNvSpPr/>
            <p:nvPr/>
          </p:nvSpPr>
          <p:spPr>
            <a:xfrm>
              <a:off x="2345207" y="3270857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" name="View.Front.Edge.BearingBlock_edge_10_segment_33_interval_0_Silhouette.1"/>
            <p:cNvSpPr/>
            <p:nvPr/>
          </p:nvSpPr>
          <p:spPr>
            <a:xfrm>
              <a:off x="2345823" y="3283390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" name="View.Front.Edge.BearingBlock_edge_10_segment_34_interval_0_Silhouette.1"/>
            <p:cNvSpPr/>
            <p:nvPr/>
          </p:nvSpPr>
          <p:spPr>
            <a:xfrm>
              <a:off x="2347664" y="3295802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" name="View.Front.Edge.BearingBlock_edge_10_segment_34_interval_1_Silhouette.1"/>
            <p:cNvSpPr/>
            <p:nvPr/>
          </p:nvSpPr>
          <p:spPr>
            <a:xfrm>
              <a:off x="2349408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" name="View.Front.Edge.BearingBlock_edge_10_segment_34_interval_2_Silhouette.1"/>
            <p:cNvSpPr/>
            <p:nvPr/>
          </p:nvSpPr>
          <p:spPr>
            <a:xfrm>
              <a:off x="2349921" y="3304813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" name="View.Front.Edge.BearingBlock_edge_10_segment_35_interval_0_Silhouette.1"/>
            <p:cNvSpPr/>
            <p:nvPr/>
          </p:nvSpPr>
          <p:spPr>
            <a:xfrm>
              <a:off x="2350713" y="3307974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" name="View.Front.Edge.BearingBlock_edge_10_segment_36_interval_0_Silhouette.1"/>
            <p:cNvSpPr/>
            <p:nvPr/>
          </p:nvSpPr>
          <p:spPr>
            <a:xfrm>
              <a:off x="2354940" y="3319789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" name="View.Front.Edge.BearingBlock_edge_10_segment_37_interval_0_Silhouette.1"/>
            <p:cNvSpPr/>
            <p:nvPr/>
          </p:nvSpPr>
          <p:spPr>
            <a:xfrm>
              <a:off x="2360305" y="3331132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" name="View.Front.Edge.BearingBlock_edge_10_segment_37_interval_1_Silhouette.1"/>
            <p:cNvSpPr/>
            <p:nvPr/>
          </p:nvSpPr>
          <p:spPr>
            <a:xfrm>
              <a:off x="2361981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" name="View.Front.Edge.BearingBlock_edge_10_segment_37_interval_2_Silhouette.1"/>
            <p:cNvSpPr/>
            <p:nvPr/>
          </p:nvSpPr>
          <p:spPr>
            <a:xfrm>
              <a:off x="2363067" y="333574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" name="View.Front.Edge.BearingBlock_edge_10_segment_38_interval_0_Silhouette.1"/>
            <p:cNvSpPr/>
            <p:nvPr/>
          </p:nvSpPr>
          <p:spPr>
            <a:xfrm>
              <a:off x="2366756" y="3341895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" name="View.Front.Edge.BearingBlock_edge_10_segment_39_interval_0_Silhouette.1"/>
            <p:cNvSpPr/>
            <p:nvPr/>
          </p:nvSpPr>
          <p:spPr>
            <a:xfrm>
              <a:off x="2374231" y="335197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" name="View.Front.Edge.BearingBlock_edge_10_segment_40_interval_0_Silhouette.1"/>
            <p:cNvSpPr/>
            <p:nvPr/>
          </p:nvSpPr>
          <p:spPr>
            <a:xfrm>
              <a:off x="2382658" y="3361271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" name="View.Front.Edge.BearingBlock_edge_10_segment_40_interval_1_Silhouette.1"/>
            <p:cNvSpPr/>
            <p:nvPr/>
          </p:nvSpPr>
          <p:spPr>
            <a:xfrm>
              <a:off x="2385734" y="3364059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" name="View.Front.Edge.BearingBlock_edge_10_segment_41_interval_0_Silhouette.1"/>
            <p:cNvSpPr/>
            <p:nvPr/>
          </p:nvSpPr>
          <p:spPr>
            <a:xfrm>
              <a:off x="2391955" y="3369698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" name="View.Front.Edge.BearingBlock_edge_10_segment_42_interval_0_Silhouette.1"/>
            <p:cNvSpPr/>
            <p:nvPr/>
          </p:nvSpPr>
          <p:spPr>
            <a:xfrm>
              <a:off x="2402034" y="337717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" name="View.Front.Edge.BearingBlock_edge_10_segment_42_interval_1_Silhouette.1"/>
            <p:cNvSpPr/>
            <p:nvPr/>
          </p:nvSpPr>
          <p:spPr>
            <a:xfrm>
              <a:off x="2408073" y="3380792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" name="View.Front.Edge.BearingBlock_edge_10_segment_42_interval_2_Silhouette.1"/>
            <p:cNvSpPr/>
            <p:nvPr/>
          </p:nvSpPr>
          <p:spPr>
            <a:xfrm>
              <a:off x="2408189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" name="View.Front.Edge.BearingBlock_edge_10_segment_42_interval_3_Silhouette.1"/>
            <p:cNvSpPr/>
            <p:nvPr/>
          </p:nvSpPr>
          <p:spPr>
            <a:xfrm>
              <a:off x="2410001" y="3381948"/>
              <a:ext cx="2795" cy="16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" name="View.Front.Edge.BearingBlock_edge_10_segment_43_interval_0_Silhouette.1"/>
            <p:cNvSpPr/>
            <p:nvPr/>
          </p:nvSpPr>
          <p:spPr>
            <a:xfrm>
              <a:off x="2412797" y="3383623"/>
              <a:ext cx="11343" cy="53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" name="View.Front.Edge.BearingBlock_edge_10_segment_44_interval_0_Silhouette.1"/>
            <p:cNvSpPr/>
            <p:nvPr/>
          </p:nvSpPr>
          <p:spPr>
            <a:xfrm>
              <a:off x="2424140" y="3388988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" name="View.Front.Edge.BearingBlock_edge_10_segment_45_interval_0_Silhouette.1"/>
            <p:cNvSpPr/>
            <p:nvPr/>
          </p:nvSpPr>
          <p:spPr>
            <a:xfrm>
              <a:off x="2435954" y="3393216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" name="View.Front.Edge.BearingBlock_edge_10_segment_45_interval_1_Silhouette.1"/>
            <p:cNvSpPr/>
            <p:nvPr/>
          </p:nvSpPr>
          <p:spPr>
            <a:xfrm>
              <a:off x="2439116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2" name="View.Front.Edge.BearingBlock_edge_10_segment_45_interval_2_Silhouette.1"/>
            <p:cNvSpPr/>
            <p:nvPr/>
          </p:nvSpPr>
          <p:spPr>
            <a:xfrm>
              <a:off x="2441165" y="3394521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3" name="View.Front.Edge.BearingBlock_edge_10_segment_46_interval_0_Silhouette.1"/>
            <p:cNvSpPr/>
            <p:nvPr/>
          </p:nvSpPr>
          <p:spPr>
            <a:xfrm>
              <a:off x="2448126" y="3396265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4" name="View.Front.Edge.BearingBlock_edge_10_segment_47_interval_0_Silhouette.1"/>
            <p:cNvSpPr/>
            <p:nvPr/>
          </p:nvSpPr>
          <p:spPr>
            <a:xfrm>
              <a:off x="2460539" y="3398106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5" name="View.Front.Edge.BearingBlock_edge_10_segment_48_interval_0_Silhouette.1"/>
            <p:cNvSpPr/>
            <p:nvPr/>
          </p:nvSpPr>
          <p:spPr>
            <a:xfrm flipV="1">
              <a:off x="2473071" y="3398106"/>
              <a:ext cx="12533" cy="6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6" name="View.Front.Edge.BearingBlock_edge_10_segment_49_interval_0_Silhouette.1"/>
            <p:cNvSpPr/>
            <p:nvPr/>
          </p:nvSpPr>
          <p:spPr>
            <a:xfrm flipV="1">
              <a:off x="2485604" y="3396265"/>
              <a:ext cx="12412" cy="18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7" name="View.Front.Edge.BearingBlock_edge_10_segment_50_interval_0_Silhouette.1"/>
            <p:cNvSpPr/>
            <p:nvPr/>
          </p:nvSpPr>
          <p:spPr>
            <a:xfrm flipV="1">
              <a:off x="2498017" y="3394521"/>
              <a:ext cx="6961" cy="17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8" name="View.Front.Edge.BearingBlock_edge_10_segment_50_interval_1_Silhouette.1"/>
            <p:cNvSpPr/>
            <p:nvPr/>
          </p:nvSpPr>
          <p:spPr>
            <a:xfrm flipV="1">
              <a:off x="2504978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9" name="View.Front.Edge.BearingBlock_edge_10_segment_50_interval_2_Silhouette.1"/>
            <p:cNvSpPr/>
            <p:nvPr/>
          </p:nvSpPr>
          <p:spPr>
            <a:xfrm flipV="1">
              <a:off x="2507027" y="3393216"/>
              <a:ext cx="3161" cy="7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0" name="View.Front.Edge.BearingBlock_edge_10_segment_51_interval_0_Silhouette.1"/>
            <p:cNvSpPr/>
            <p:nvPr/>
          </p:nvSpPr>
          <p:spPr>
            <a:xfrm flipV="1">
              <a:off x="2510188" y="3388988"/>
              <a:ext cx="11815" cy="4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1" name="View.Front.Edge.BearingBlock_edge_10_segment_52_interval_0_Silhouette.1"/>
            <p:cNvSpPr/>
            <p:nvPr/>
          </p:nvSpPr>
          <p:spPr>
            <a:xfrm flipV="1">
              <a:off x="2522003" y="3385491"/>
              <a:ext cx="7394" cy="34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2" name="View.Front.Edge.BearingBlock_edge_10_segment_52_interval_1_Silhouette.1"/>
            <p:cNvSpPr/>
            <p:nvPr/>
          </p:nvSpPr>
          <p:spPr>
            <a:xfrm flipV="1">
              <a:off x="2529396" y="3383623"/>
              <a:ext cx="3950" cy="18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3" name="View.Front.Edge.BearingBlock_edge_10_segment_53_interval_0_Silhouette.1"/>
            <p:cNvSpPr/>
            <p:nvPr/>
          </p:nvSpPr>
          <p:spPr>
            <a:xfrm flipV="1">
              <a:off x="2533346" y="3382536"/>
              <a:ext cx="1815" cy="10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4" name="View.Front.Edge.BearingBlock_edge_10_segment_53_interval_1_Silhouette.1"/>
            <p:cNvSpPr/>
            <p:nvPr/>
          </p:nvSpPr>
          <p:spPr>
            <a:xfrm flipV="1">
              <a:off x="2535161" y="3381948"/>
              <a:ext cx="981" cy="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5" name="View.Front.Edge.BearingBlock_edge_10_segment_53_interval_2_Silhouette.1"/>
            <p:cNvSpPr/>
            <p:nvPr/>
          </p:nvSpPr>
          <p:spPr>
            <a:xfrm flipV="1">
              <a:off x="2536142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6" name="View.Front.Edge.BearingBlock_edge_10_segment_53_interval_3_Silhouette.1"/>
            <p:cNvSpPr/>
            <p:nvPr/>
          </p:nvSpPr>
          <p:spPr>
            <a:xfrm flipV="1">
              <a:off x="2537954" y="3380792"/>
              <a:ext cx="11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7" name="View.Front.Edge.BearingBlock_edge_10_segment_53_interval_4_Silhouette.1"/>
            <p:cNvSpPr/>
            <p:nvPr/>
          </p:nvSpPr>
          <p:spPr>
            <a:xfrm flipV="1">
              <a:off x="2538070" y="3377172"/>
              <a:ext cx="6039" cy="36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8" name="View.Front.Edge.BearingBlock_edge_10_segment_54_interval_0_Silhouette.1"/>
            <p:cNvSpPr/>
            <p:nvPr/>
          </p:nvSpPr>
          <p:spPr>
            <a:xfrm flipV="1">
              <a:off x="2544109" y="3369698"/>
              <a:ext cx="10079" cy="7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9" name="View.Front.Edge.BearingBlock_edge_10_segment_55_interval_0_Silhouette.1"/>
            <p:cNvSpPr/>
            <p:nvPr/>
          </p:nvSpPr>
          <p:spPr>
            <a:xfrm flipV="1">
              <a:off x="2554188" y="3364059"/>
              <a:ext cx="6221" cy="56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0" name="View.Front.Edge.BearingBlock_edge_10_segment_55_interval_1_Silhouette.1"/>
            <p:cNvSpPr/>
            <p:nvPr/>
          </p:nvSpPr>
          <p:spPr>
            <a:xfrm flipV="1">
              <a:off x="2560409" y="3361271"/>
              <a:ext cx="3076" cy="27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1" name="View.Front.Edge.BearingBlock_edge_10_segment_56_interval_0_Silhouette.1"/>
            <p:cNvSpPr/>
            <p:nvPr/>
          </p:nvSpPr>
          <p:spPr>
            <a:xfrm flipV="1">
              <a:off x="2563485" y="3351973"/>
              <a:ext cx="8427" cy="9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2" name="View.Front.Edge.BearingBlock_edge_10_segment_57_interval_0_Silhouette.1"/>
            <p:cNvSpPr/>
            <p:nvPr/>
          </p:nvSpPr>
          <p:spPr>
            <a:xfrm flipV="1">
              <a:off x="2571912" y="3341895"/>
              <a:ext cx="7475" cy="100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3" name="View.Front.Edge.BearingBlock_edge_10_segment_58_interval_0_Silhouette.1"/>
            <p:cNvSpPr/>
            <p:nvPr/>
          </p:nvSpPr>
          <p:spPr>
            <a:xfrm flipV="1">
              <a:off x="2579387" y="3335740"/>
              <a:ext cx="3689" cy="6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4" name="View.Front.Edge.BearingBlock_edge_10_segment_58_interval_1_Silhouette.1"/>
            <p:cNvSpPr/>
            <p:nvPr/>
          </p:nvSpPr>
          <p:spPr>
            <a:xfrm flipV="1">
              <a:off x="2583076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5" name="View.Front.Edge.BearingBlock_edge_10_segment_58_interval_2_Silhouette.1"/>
            <p:cNvSpPr/>
            <p:nvPr/>
          </p:nvSpPr>
          <p:spPr>
            <a:xfrm flipV="1">
              <a:off x="2584162" y="3331132"/>
              <a:ext cx="1675" cy="27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6" name="View.Front.Edge.BearingBlock_edge_10_segment_59_interval_0_Silhouette.1"/>
            <p:cNvSpPr/>
            <p:nvPr/>
          </p:nvSpPr>
          <p:spPr>
            <a:xfrm flipV="1">
              <a:off x="2585838" y="3319789"/>
              <a:ext cx="5365" cy="113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7" name="View.Front.Edge.BearingBlock_edge_10_segment_60_interval_0_Silhouette.1"/>
            <p:cNvSpPr/>
            <p:nvPr/>
          </p:nvSpPr>
          <p:spPr>
            <a:xfrm flipV="1">
              <a:off x="2591203" y="3307974"/>
              <a:ext cx="4227" cy="118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8" name="View.Front.Edge.BearingBlock_edge_10_segment_61_interval_0_Silhouette.1"/>
            <p:cNvSpPr/>
            <p:nvPr/>
          </p:nvSpPr>
          <p:spPr>
            <a:xfrm flipV="1">
              <a:off x="2595430" y="3304813"/>
              <a:ext cx="792" cy="3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9" name="View.Front.Edge.BearingBlock_edge_10_segment_61_interval_1_Silhouette.1"/>
            <p:cNvSpPr/>
            <p:nvPr/>
          </p:nvSpPr>
          <p:spPr>
            <a:xfrm flipV="1">
              <a:off x="2596222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0" name="View.Front.Edge.BearingBlock_edge_10_segment_61_interval_2_Silhouette.1"/>
            <p:cNvSpPr/>
            <p:nvPr/>
          </p:nvSpPr>
          <p:spPr>
            <a:xfrm flipV="1">
              <a:off x="2596735" y="3295802"/>
              <a:ext cx="1744" cy="69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1" name="View.Front.Edge.BearingBlock_edge_10_segment_62_interval_0_Silhouette.1"/>
            <p:cNvSpPr/>
            <p:nvPr/>
          </p:nvSpPr>
          <p:spPr>
            <a:xfrm flipV="1">
              <a:off x="2598479" y="3283390"/>
              <a:ext cx="1841" cy="124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2" name="View.Front.Edge.BearingBlock_edge_10_segment_63_interval_0_Silhouette.1"/>
            <p:cNvSpPr/>
            <p:nvPr/>
          </p:nvSpPr>
          <p:spPr>
            <a:xfrm flipV="1">
              <a:off x="2600320" y="3270857"/>
              <a:ext cx="616" cy="12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3" name="View.Front.Edge.BearingBlock_edge_5_segment_2_interval_1_Silhouette.1"/>
            <p:cNvSpPr/>
            <p:nvPr/>
          </p:nvSpPr>
          <p:spPr>
            <a:xfrm flipH="1" flipV="1">
              <a:off x="2596222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4" name="View.Front.Edge.BearingBlock_edge_5_segment_5_interval_1_Silhouette.1"/>
            <p:cNvSpPr/>
            <p:nvPr/>
          </p:nvSpPr>
          <p:spPr>
            <a:xfrm flipH="1" flipV="1">
              <a:off x="2583076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5" name="View.Front.Edge.BearingBlock_edge_5_segment_10_interval_2_Silhouette.1"/>
            <p:cNvSpPr/>
            <p:nvPr/>
          </p:nvSpPr>
          <p:spPr>
            <a:xfrm flipH="1" flipV="1">
              <a:off x="2536142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6" name="View.Front.Edge.BearingBlock_edge_5_segment_13_interval_1_Silhouette.1"/>
            <p:cNvSpPr/>
            <p:nvPr/>
          </p:nvSpPr>
          <p:spPr>
            <a:xfrm flipH="1" flipV="1">
              <a:off x="2504978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7" name="View.Front.Edge.BearingBlock_edge_5_segment_18_interval_1_Silhouette.1"/>
            <p:cNvSpPr/>
            <p:nvPr/>
          </p:nvSpPr>
          <p:spPr>
            <a:xfrm flipH="1">
              <a:off x="2439116" y="3147193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8" name="View.Front.Edge.BearingBlock_edge_5_segment_21_interval_1_Silhouette.1"/>
            <p:cNvSpPr/>
            <p:nvPr/>
          </p:nvSpPr>
          <p:spPr>
            <a:xfrm flipH="1">
              <a:off x="2408189" y="3159766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9" name="View.Front.Edge.BearingBlock_edge_5_segment_26_interval_1_Silhouette.1"/>
            <p:cNvSpPr/>
            <p:nvPr/>
          </p:nvSpPr>
          <p:spPr>
            <a:xfrm flipH="1">
              <a:off x="2361981" y="3205975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0" name="View.Front.Edge.BearingBlock_edge_5_segment_29_interval_1_Silhouette.1"/>
            <p:cNvSpPr/>
            <p:nvPr/>
          </p:nvSpPr>
          <p:spPr>
            <a:xfrm flipH="1">
              <a:off x="2349408" y="3236901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1" name="View.Front.Edge.BearingBlock_edge_5_segment_34_interval_1_Silhouette.1"/>
            <p:cNvSpPr/>
            <p:nvPr/>
          </p:nvSpPr>
          <p:spPr>
            <a:xfrm>
              <a:off x="2349408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2" name="View.Front.Edge.BearingBlock_edge_5_segment_37_interval_1_Silhouette.1"/>
            <p:cNvSpPr/>
            <p:nvPr/>
          </p:nvSpPr>
          <p:spPr>
            <a:xfrm>
              <a:off x="2361981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3" name="View.Front.Edge.BearingBlock_edge_5_segment_42_interval_2_Silhouette.1"/>
            <p:cNvSpPr/>
            <p:nvPr/>
          </p:nvSpPr>
          <p:spPr>
            <a:xfrm>
              <a:off x="2408189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4" name="View.Front.Edge.BearingBlock_edge_5_segment_45_interval_1_Silhouette.1"/>
            <p:cNvSpPr/>
            <p:nvPr/>
          </p:nvSpPr>
          <p:spPr>
            <a:xfrm>
              <a:off x="2439116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5" name="View.Front.Edge.BearingBlock_edge_5_segment_50_interval_1_Silhouette.1"/>
            <p:cNvSpPr/>
            <p:nvPr/>
          </p:nvSpPr>
          <p:spPr>
            <a:xfrm flipV="1">
              <a:off x="2504978" y="3394008"/>
              <a:ext cx="2050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6" name="View.Front.Edge.BearingBlock_edge_5_segment_53_interval_2_Silhouette.1"/>
            <p:cNvSpPr/>
            <p:nvPr/>
          </p:nvSpPr>
          <p:spPr>
            <a:xfrm flipV="1">
              <a:off x="2536142" y="3380862"/>
              <a:ext cx="1812" cy="10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7" name="View.Front.Edge.BearingBlock_edge_5_segment_58_interval_1_Silhouette.1"/>
            <p:cNvSpPr/>
            <p:nvPr/>
          </p:nvSpPr>
          <p:spPr>
            <a:xfrm flipV="1">
              <a:off x="2583076" y="3333927"/>
              <a:ext cx="1086" cy="1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8" name="View.Front.Edge.BearingBlock_edge_5_segment_61_interval_1_Silhouette.1"/>
            <p:cNvSpPr/>
            <p:nvPr/>
          </p:nvSpPr>
          <p:spPr>
            <a:xfrm flipV="1">
              <a:off x="2596222" y="3302763"/>
              <a:ext cx="513" cy="20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9" name="View.Front.Edge.BearingBlock_edge_6_segment_0_interval_0_Visible.1"/>
            <p:cNvSpPr/>
            <p:nvPr/>
          </p:nvSpPr>
          <p:spPr>
            <a:xfrm>
              <a:off x="1194429" y="4070009"/>
              <a:ext cx="255728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0" name="View.Front.Edge.BearingBlock_edge_7_segment_0_interval_0_Visible.1"/>
            <p:cNvSpPr/>
            <p:nvPr/>
          </p:nvSpPr>
          <p:spPr>
            <a:xfrm flipV="1">
              <a:off x="3751714" y="2471705"/>
              <a:ext cx="36" cy="1598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1" name="View.Front.Edge.BearingBlock_edge_8_segment_0_interval_0_Visible.1"/>
            <p:cNvSpPr/>
            <p:nvPr/>
          </p:nvSpPr>
          <p:spPr>
            <a:xfrm flipH="1">
              <a:off x="1194429" y="2471705"/>
              <a:ext cx="255728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2" name="View.Front.Edge.BearingBlock_edge_9_segment_0_interval_0_Visible.1"/>
            <p:cNvSpPr/>
            <p:nvPr/>
          </p:nvSpPr>
          <p:spPr>
            <a:xfrm>
              <a:off x="1194429" y="2471705"/>
              <a:ext cx="36" cy="1598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grpSp>
        <p:nvGrpSpPr>
          <p:cNvPr id="799" name="View.ISO.Geometry"/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134" name="View.ISO.Edge.BearingBlock_edge_10_segment_0_interval_0_Silhouette.1"/>
            <p:cNvSpPr/>
            <p:nvPr/>
          </p:nvSpPr>
          <p:spPr>
            <a:xfrm>
              <a:off x="5692243" y="3179999"/>
              <a:ext cx="1118" cy="5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5" name="View.ISO.Edge.BearingBlock_edge_10_segment_0_interval_1_Silhouette.1"/>
            <p:cNvSpPr/>
            <p:nvPr/>
          </p:nvSpPr>
          <p:spPr>
            <a:xfrm>
              <a:off x="5693361" y="3180584"/>
              <a:ext cx="5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6" name="View.ISO.Edge.BearingBlock_edge_10_segment_0_interval_2_Silhouette.1"/>
            <p:cNvSpPr/>
            <p:nvPr/>
          </p:nvSpPr>
          <p:spPr>
            <a:xfrm>
              <a:off x="5693418" y="3180614"/>
              <a:ext cx="1061" cy="5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7" name="View.ISO.Edge.BearingBlock_edge_10_segment_0_interval_3_Silhouette.1"/>
            <p:cNvSpPr/>
            <p:nvPr/>
          </p:nvSpPr>
          <p:spPr>
            <a:xfrm>
              <a:off x="5694479" y="3181169"/>
              <a:ext cx="114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8" name="View.ISO.Edge.BearingBlock_edge_10_segment_0_interval_4_Silhouette.1"/>
            <p:cNvSpPr/>
            <p:nvPr/>
          </p:nvSpPr>
          <p:spPr>
            <a:xfrm>
              <a:off x="5694594" y="3181229"/>
              <a:ext cx="1004" cy="5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9" name="View.ISO.Edge.BearingBlock_edge_10_segment_0_interval_5_Silhouette.1"/>
            <p:cNvSpPr/>
            <p:nvPr/>
          </p:nvSpPr>
          <p:spPr>
            <a:xfrm>
              <a:off x="5695598" y="3181754"/>
              <a:ext cx="171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0" name="View.ISO.Edge.BearingBlock_edge_10_segment_0_interval_6_Silhouette.1"/>
            <p:cNvSpPr/>
            <p:nvPr/>
          </p:nvSpPr>
          <p:spPr>
            <a:xfrm>
              <a:off x="5695769" y="3181844"/>
              <a:ext cx="947" cy="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1" name="View.ISO.Edge.BearingBlock_edge_10_segment_0_interval_7_Silhouette.1"/>
            <p:cNvSpPr/>
            <p:nvPr/>
          </p:nvSpPr>
          <p:spPr>
            <a:xfrm>
              <a:off x="5696716" y="3182339"/>
              <a:ext cx="228" cy="1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2" name="View.ISO.Edge.BearingBlock_edge_10_segment_0_interval_8_Silhouette.1"/>
            <p:cNvSpPr/>
            <p:nvPr/>
          </p:nvSpPr>
          <p:spPr>
            <a:xfrm>
              <a:off x="5696944" y="3182459"/>
              <a:ext cx="890" cy="4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3" name="View.ISO.Edge.BearingBlock_edge_10_segment_0_interval_9_Silhouette.1"/>
            <p:cNvSpPr/>
            <p:nvPr/>
          </p:nvSpPr>
          <p:spPr>
            <a:xfrm>
              <a:off x="5697834" y="3182925"/>
              <a:ext cx="285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4" name="View.ISO.Edge.BearingBlock_edge_10_segment_0_interval_10_Silhouette.1"/>
            <p:cNvSpPr/>
            <p:nvPr/>
          </p:nvSpPr>
          <p:spPr>
            <a:xfrm>
              <a:off x="5698120" y="3183074"/>
              <a:ext cx="833" cy="4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5" name="View.ISO.Edge.BearingBlock_edge_10_segment_0_interval_11_Silhouette.1"/>
            <p:cNvSpPr/>
            <p:nvPr/>
          </p:nvSpPr>
          <p:spPr>
            <a:xfrm>
              <a:off x="5698953" y="3183510"/>
              <a:ext cx="342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6" name="View.ISO.Edge.BearingBlock_edge_10_segment_0_interval_12_Silhouette.1"/>
            <p:cNvSpPr/>
            <p:nvPr/>
          </p:nvSpPr>
          <p:spPr>
            <a:xfrm>
              <a:off x="5699295" y="3183689"/>
              <a:ext cx="776" cy="4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7" name="View.ISO.Edge.BearingBlock_edge_10_segment_0_interval_13_Silhouette.1"/>
            <p:cNvSpPr/>
            <p:nvPr/>
          </p:nvSpPr>
          <p:spPr>
            <a:xfrm>
              <a:off x="5700071" y="3184095"/>
              <a:ext cx="263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8" name="View.ISO.Edge.BearingBlock_edge_10_segment_1_interval_0_Silhouette.1"/>
            <p:cNvSpPr/>
            <p:nvPr/>
          </p:nvSpPr>
          <p:spPr>
            <a:xfrm>
              <a:off x="5700334" y="3184233"/>
              <a:ext cx="151" cy="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9" name="View.ISO.Edge.BearingBlock_edge_10_segment_1_interval_1_Silhouette.1"/>
            <p:cNvSpPr/>
            <p:nvPr/>
          </p:nvSpPr>
          <p:spPr>
            <a:xfrm>
              <a:off x="5700485" y="3184297"/>
              <a:ext cx="793" cy="3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0" name="View.ISO.Edge.BearingBlock_edge_10_segment_1_interval_2_Silhouette.1"/>
            <p:cNvSpPr/>
            <p:nvPr/>
          </p:nvSpPr>
          <p:spPr>
            <a:xfrm>
              <a:off x="5701278" y="3184637"/>
              <a:ext cx="511" cy="2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1" name="View.ISO.Edge.BearingBlock_edge_10_segment_1_interval_3_Silhouette.1"/>
            <p:cNvSpPr/>
            <p:nvPr/>
          </p:nvSpPr>
          <p:spPr>
            <a:xfrm>
              <a:off x="5701789" y="3184856"/>
              <a:ext cx="723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2" name="View.ISO.Edge.BearingBlock_edge_10_segment_1_interval_4_Silhouette.1"/>
            <p:cNvSpPr/>
            <p:nvPr/>
          </p:nvSpPr>
          <p:spPr>
            <a:xfrm>
              <a:off x="5702512" y="3185165"/>
              <a:ext cx="581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3" name="View.ISO.Edge.BearingBlock_edge_10_segment_1_interval_5_Silhouette.1"/>
            <p:cNvSpPr/>
            <p:nvPr/>
          </p:nvSpPr>
          <p:spPr>
            <a:xfrm>
              <a:off x="5703092" y="3185414"/>
              <a:ext cx="653" cy="2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4" name="View.ISO.Edge.BearingBlock_edge_10_segment_1_interval_6_Silhouette.1"/>
            <p:cNvSpPr/>
            <p:nvPr/>
          </p:nvSpPr>
          <p:spPr>
            <a:xfrm>
              <a:off x="5703745" y="3185693"/>
              <a:ext cx="500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5" name="View.ISO.Edge.BearingBlock_edge_10_segment_1_interval_7_Silhouette.1"/>
            <p:cNvSpPr/>
            <p:nvPr/>
          </p:nvSpPr>
          <p:spPr>
            <a:xfrm>
              <a:off x="5704245" y="3185907"/>
              <a:ext cx="151" cy="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6" name="View.ISO.Edge.BearingBlock_edge_10_segment_1_interval_8_Silhouette.1"/>
            <p:cNvSpPr/>
            <p:nvPr/>
          </p:nvSpPr>
          <p:spPr>
            <a:xfrm>
              <a:off x="5704396" y="3185972"/>
              <a:ext cx="583" cy="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7" name="View.ISO.Edge.BearingBlock_edge_10_segment_1_interval_9_Silhouette.1"/>
            <p:cNvSpPr/>
            <p:nvPr/>
          </p:nvSpPr>
          <p:spPr>
            <a:xfrm>
              <a:off x="5704979" y="3186222"/>
              <a:ext cx="720" cy="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8" name="View.ISO.Edge.BearingBlock_edge_10_segment_1_interval_10_Silhouette.1"/>
            <p:cNvSpPr/>
            <p:nvPr/>
          </p:nvSpPr>
          <p:spPr>
            <a:xfrm>
              <a:off x="5705700" y="3186530"/>
              <a:ext cx="513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9" name="View.ISO.Edge.BearingBlock_edge_10_segment_1_interval_11_Silhouette.1"/>
            <p:cNvSpPr/>
            <p:nvPr/>
          </p:nvSpPr>
          <p:spPr>
            <a:xfrm>
              <a:off x="5706213" y="3186750"/>
              <a:ext cx="790" cy="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0" name="View.ISO.Edge.BearingBlock_edge_10_segment_1_interval_12_Silhouette.1"/>
            <p:cNvSpPr/>
            <p:nvPr/>
          </p:nvSpPr>
          <p:spPr>
            <a:xfrm>
              <a:off x="5707003" y="3187088"/>
              <a:ext cx="444" cy="1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1" name="View.ISO.Edge.BearingBlock_edge_10_segment_1_interval_13_Silhouette.1"/>
            <p:cNvSpPr/>
            <p:nvPr/>
          </p:nvSpPr>
          <p:spPr>
            <a:xfrm>
              <a:off x="5707447" y="3187278"/>
              <a:ext cx="860" cy="3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2" name="View.ISO.Edge.BearingBlock_edge_10_segment_1_interval_14_Silhouette.1"/>
            <p:cNvSpPr/>
            <p:nvPr/>
          </p:nvSpPr>
          <p:spPr>
            <a:xfrm>
              <a:off x="5708307" y="3187647"/>
              <a:ext cx="374" cy="1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3" name="View.ISO.Edge.BearingBlock_edge_10_segment_1_interval_15_Silhouette.1"/>
            <p:cNvSpPr/>
            <p:nvPr/>
          </p:nvSpPr>
          <p:spPr>
            <a:xfrm>
              <a:off x="5708681" y="3187807"/>
              <a:ext cx="425" cy="1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4" name="View.ISO.Edge.BearingBlock_edge_10_segment_2_interval_0_Silhouette.1"/>
            <p:cNvSpPr/>
            <p:nvPr/>
          </p:nvSpPr>
          <p:spPr>
            <a:xfrm>
              <a:off x="5709106" y="3187989"/>
              <a:ext cx="557" cy="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5" name="View.ISO.Edge.BearingBlock_edge_10_segment_2_interval_1_Silhouette.1"/>
            <p:cNvSpPr/>
            <p:nvPr/>
          </p:nvSpPr>
          <p:spPr>
            <a:xfrm>
              <a:off x="5709663" y="3188182"/>
              <a:ext cx="331" cy="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6" name="View.ISO.Edge.BearingBlock_edge_10_segment_2_interval_2_Silhouette.1"/>
            <p:cNvSpPr/>
            <p:nvPr/>
          </p:nvSpPr>
          <p:spPr>
            <a:xfrm>
              <a:off x="5709994" y="3188296"/>
              <a:ext cx="1109" cy="3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7" name="View.ISO.Edge.BearingBlock_edge_10_segment_2_interval_3_Silhouette.1"/>
            <p:cNvSpPr/>
            <p:nvPr/>
          </p:nvSpPr>
          <p:spPr>
            <a:xfrm>
              <a:off x="5711102" y="3188680"/>
              <a:ext cx="246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8" name="View.ISO.Edge.BearingBlock_edge_10_segment_2_interval_4_Silhouette.1"/>
            <p:cNvSpPr/>
            <p:nvPr/>
          </p:nvSpPr>
          <p:spPr>
            <a:xfrm>
              <a:off x="5711349" y="3188765"/>
              <a:ext cx="1193" cy="4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9" name="View.ISO.Edge.BearingBlock_edge_10_segment_2_interval_5_Silhouette.1"/>
            <p:cNvSpPr/>
            <p:nvPr/>
          </p:nvSpPr>
          <p:spPr>
            <a:xfrm>
              <a:off x="5712542" y="3189178"/>
              <a:ext cx="162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0" name="View.ISO.Edge.BearingBlock_edge_10_segment_2_interval_6_Silhouette.1"/>
            <p:cNvSpPr/>
            <p:nvPr/>
          </p:nvSpPr>
          <p:spPr>
            <a:xfrm>
              <a:off x="5712703" y="3189234"/>
              <a:ext cx="1278" cy="4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1" name="View.ISO.Edge.BearingBlock_edge_10_segment_2_interval_7_Silhouette.1"/>
            <p:cNvSpPr/>
            <p:nvPr/>
          </p:nvSpPr>
          <p:spPr>
            <a:xfrm>
              <a:off x="5713981" y="3189676"/>
              <a:ext cx="7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2" name="View.ISO.Edge.BearingBlock_edge_10_segment_2_interval_8_Silhouette.1"/>
            <p:cNvSpPr/>
            <p:nvPr/>
          </p:nvSpPr>
          <p:spPr>
            <a:xfrm>
              <a:off x="5714058" y="3189702"/>
              <a:ext cx="404" cy="1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3" name="View.ISO.Edge.BearingBlock_edge_10_segment_2_interval_9_Silhouette.1"/>
            <p:cNvSpPr/>
            <p:nvPr/>
          </p:nvSpPr>
          <p:spPr>
            <a:xfrm>
              <a:off x="5714462" y="3189842"/>
              <a:ext cx="827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4" name="View.ISO.Edge.BearingBlock_edge_10_segment_2_interval_10_Silhouette.1"/>
            <p:cNvSpPr/>
            <p:nvPr/>
          </p:nvSpPr>
          <p:spPr>
            <a:xfrm>
              <a:off x="5715289" y="3190128"/>
              <a:ext cx="165" cy="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5" name="View.ISO.Edge.BearingBlock_edge_10_segment_2_interval_11_Silhouette.1"/>
            <p:cNvSpPr/>
            <p:nvPr/>
          </p:nvSpPr>
          <p:spPr>
            <a:xfrm>
              <a:off x="5715454" y="319018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6" name="View.ISO.Edge.BearingBlock_edge_10_segment_2_interval_12_Silhouette.1"/>
            <p:cNvSpPr/>
            <p:nvPr/>
          </p:nvSpPr>
          <p:spPr>
            <a:xfrm>
              <a:off x="5715466" y="3190190"/>
              <a:ext cx="574" cy="1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7" name="View.ISO.Edge.BearingBlock_edge_10_segment_2_interval_13_Silhouette.1"/>
            <p:cNvSpPr/>
            <p:nvPr/>
          </p:nvSpPr>
          <p:spPr>
            <a:xfrm>
              <a:off x="5716040" y="3190388"/>
              <a:ext cx="492" cy="1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8" name="View.ISO.Edge.BearingBlock_edge_10_segment_2_interval_14_Silhouette.1"/>
            <p:cNvSpPr/>
            <p:nvPr/>
          </p:nvSpPr>
          <p:spPr>
            <a:xfrm>
              <a:off x="5716531" y="3190558"/>
              <a:ext cx="733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9" name="View.ISO.Edge.BearingBlock_edge_10_segment_2_interval_15_Silhouette.1"/>
            <p:cNvSpPr/>
            <p:nvPr/>
          </p:nvSpPr>
          <p:spPr>
            <a:xfrm>
              <a:off x="5717264" y="3190812"/>
              <a:ext cx="143" cy="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0" name="View.ISO.Edge.BearingBlock_edge_10_segment_2_interval_16_Silhouette.1"/>
            <p:cNvSpPr/>
            <p:nvPr/>
          </p:nvSpPr>
          <p:spPr>
            <a:xfrm>
              <a:off x="5717407" y="3190861"/>
              <a:ext cx="1066" cy="3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1" name="View.ISO.Edge.BearingBlock_edge_10_segment_3_interval_0_Silhouette.1"/>
            <p:cNvSpPr/>
            <p:nvPr/>
          </p:nvSpPr>
          <p:spPr>
            <a:xfrm>
              <a:off x="5718472" y="3191230"/>
              <a:ext cx="681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2" name="View.ISO.Edge.BearingBlock_edge_10_segment_3_interval_1_Silhouette.1"/>
            <p:cNvSpPr/>
            <p:nvPr/>
          </p:nvSpPr>
          <p:spPr>
            <a:xfrm>
              <a:off x="5719153" y="3191416"/>
              <a:ext cx="319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3" name="View.ISO.Edge.BearingBlock_edge_10_segment_3_interval_2_Silhouette.1"/>
            <p:cNvSpPr/>
            <p:nvPr/>
          </p:nvSpPr>
          <p:spPr>
            <a:xfrm>
              <a:off x="5719472" y="3191503"/>
              <a:ext cx="1729" cy="4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4" name="View.ISO.Edge.BearingBlock_edge_10_segment_3_interval_3_Silhouette.1"/>
            <p:cNvSpPr/>
            <p:nvPr/>
          </p:nvSpPr>
          <p:spPr>
            <a:xfrm>
              <a:off x="5721201" y="3191975"/>
              <a:ext cx="488" cy="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5" name="View.ISO.Edge.BearingBlock_edge_10_segment_3_interval_4_Silhouette.1"/>
            <p:cNvSpPr/>
            <p:nvPr/>
          </p:nvSpPr>
          <p:spPr>
            <a:xfrm>
              <a:off x="5721690" y="3192108"/>
              <a:ext cx="1560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6" name="View.ISO.Edge.BearingBlock_edge_10_segment_3_interval_5_Silhouette.1"/>
            <p:cNvSpPr/>
            <p:nvPr/>
          </p:nvSpPr>
          <p:spPr>
            <a:xfrm>
              <a:off x="5723249" y="3192534"/>
              <a:ext cx="658" cy="1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7" name="View.ISO.Edge.BearingBlock_edge_10_segment_3_interval_6_Silhouette.1"/>
            <p:cNvSpPr/>
            <p:nvPr/>
          </p:nvSpPr>
          <p:spPr>
            <a:xfrm>
              <a:off x="5723907" y="3192714"/>
              <a:ext cx="1390" cy="3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8" name="View.ISO.Edge.BearingBlock_edge_10_segment_3_interval_7_Silhouette.1"/>
            <p:cNvSpPr/>
            <p:nvPr/>
          </p:nvSpPr>
          <p:spPr>
            <a:xfrm>
              <a:off x="5725297" y="3193094"/>
              <a:ext cx="827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9" name="View.ISO.Edge.BearingBlock_edge_10_segment_3_interval_8_Silhouette.1"/>
            <p:cNvSpPr/>
            <p:nvPr/>
          </p:nvSpPr>
          <p:spPr>
            <a:xfrm>
              <a:off x="5726124" y="3193319"/>
              <a:ext cx="1221" cy="3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0" name="View.ISO.Edge.BearingBlock_edge_10_segment_3_interval_9_Silhouette.1"/>
            <p:cNvSpPr/>
            <p:nvPr/>
          </p:nvSpPr>
          <p:spPr>
            <a:xfrm>
              <a:off x="5727345" y="3193653"/>
              <a:ext cx="996" cy="2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1" name="View.ISO.Edge.BearingBlock_edge_10_segment_3_interval_10_Silhouette.1"/>
            <p:cNvSpPr/>
            <p:nvPr/>
          </p:nvSpPr>
          <p:spPr>
            <a:xfrm>
              <a:off x="5728341" y="319392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2" name="View.ISO.Edge.BearingBlock_edge_10_segment_4_interval_0_Silhouette.1"/>
            <p:cNvSpPr/>
            <p:nvPr/>
          </p:nvSpPr>
          <p:spPr>
            <a:xfrm>
              <a:off x="5728344" y="3193926"/>
              <a:ext cx="567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3" name="View.ISO.Edge.BearingBlock_edge_10_segment_4_interval_1_Silhouette.1"/>
            <p:cNvSpPr/>
            <p:nvPr/>
          </p:nvSpPr>
          <p:spPr>
            <a:xfrm>
              <a:off x="5728911" y="3194043"/>
              <a:ext cx="625" cy="1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4" name="View.ISO.Edge.BearingBlock_edge_10_segment_4_interval_2_Silhouette.1"/>
            <p:cNvSpPr/>
            <p:nvPr/>
          </p:nvSpPr>
          <p:spPr>
            <a:xfrm>
              <a:off x="5729536" y="3194172"/>
              <a:ext cx="1353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5" name="View.ISO.Edge.BearingBlock_edge_10_segment_4_interval_3_Silhouette.1"/>
            <p:cNvSpPr/>
            <p:nvPr/>
          </p:nvSpPr>
          <p:spPr>
            <a:xfrm>
              <a:off x="5730889" y="3194451"/>
              <a:ext cx="974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6" name="View.ISO.Edge.BearingBlock_edge_10_segment_4_interval_4_Silhouette.1"/>
            <p:cNvSpPr/>
            <p:nvPr/>
          </p:nvSpPr>
          <p:spPr>
            <a:xfrm>
              <a:off x="5731864" y="3194653"/>
              <a:ext cx="1574" cy="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7" name="View.ISO.Edge.BearingBlock_edge_10_segment_4_interval_5_Silhouette.1"/>
            <p:cNvSpPr/>
            <p:nvPr/>
          </p:nvSpPr>
          <p:spPr>
            <a:xfrm>
              <a:off x="5733437" y="3194978"/>
              <a:ext cx="754" cy="1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8" name="View.ISO.Edge.BearingBlock_edge_10_segment_4_interval_6_Silhouette.1"/>
            <p:cNvSpPr/>
            <p:nvPr/>
          </p:nvSpPr>
          <p:spPr>
            <a:xfrm>
              <a:off x="5734191" y="3195133"/>
              <a:ext cx="1795" cy="3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9" name="View.ISO.Edge.BearingBlock_edge_10_segment_4_interval_7_Silhouette.1"/>
            <p:cNvSpPr/>
            <p:nvPr/>
          </p:nvSpPr>
          <p:spPr>
            <a:xfrm>
              <a:off x="5735985" y="3195504"/>
              <a:ext cx="533" cy="1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0" name="View.ISO.Edge.BearingBlock_edge_10_segment_4_interval_8_Silhouette.1"/>
            <p:cNvSpPr/>
            <p:nvPr/>
          </p:nvSpPr>
          <p:spPr>
            <a:xfrm>
              <a:off x="5736518" y="3195614"/>
              <a:ext cx="2015" cy="4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1" name="View.ISO.Edge.BearingBlock_edge_10_segment_4_interval_9_Silhouette.1"/>
            <p:cNvSpPr/>
            <p:nvPr/>
          </p:nvSpPr>
          <p:spPr>
            <a:xfrm>
              <a:off x="5738533" y="3196030"/>
              <a:ext cx="9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2" name="View.ISO.Edge.BearingBlock_edge_10_segment_5_interval_0_Silhouette.1"/>
            <p:cNvSpPr/>
            <p:nvPr/>
          </p:nvSpPr>
          <p:spPr>
            <a:xfrm>
              <a:off x="5738626" y="3196050"/>
              <a:ext cx="251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3" name="View.ISO.Edge.BearingBlock_edge_10_segment_5_interval_1_Silhouette.1"/>
            <p:cNvSpPr/>
            <p:nvPr/>
          </p:nvSpPr>
          <p:spPr>
            <a:xfrm>
              <a:off x="5738877" y="3196086"/>
              <a:ext cx="2501" cy="3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4" name="View.ISO.Edge.BearingBlock_edge_10_segment_5_interval_2_Silhouette.1"/>
            <p:cNvSpPr/>
            <p:nvPr/>
          </p:nvSpPr>
          <p:spPr>
            <a:xfrm>
              <a:off x="5741377" y="3196448"/>
              <a:ext cx="1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5" name="View.ISO.Edge.BearingBlock_edge_10_segment_5_interval_3_Silhouette.1"/>
            <p:cNvSpPr/>
            <p:nvPr/>
          </p:nvSpPr>
          <p:spPr>
            <a:xfrm>
              <a:off x="5741478" y="3196462"/>
              <a:ext cx="65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6" name="View.ISO.Edge.BearingBlock_edge_10_segment_5_interval_4_Silhouette.1"/>
            <p:cNvSpPr/>
            <p:nvPr/>
          </p:nvSpPr>
          <p:spPr>
            <a:xfrm>
              <a:off x="5741542" y="3196471"/>
              <a:ext cx="585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7" name="View.ISO.Edge.BearingBlock_edge_10_segment_5_interval_5_Silhouette.1"/>
            <p:cNvSpPr/>
            <p:nvPr/>
          </p:nvSpPr>
          <p:spPr>
            <a:xfrm>
              <a:off x="5742128" y="3196556"/>
              <a:ext cx="1034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8" name="View.ISO.Edge.BearingBlock_edge_10_segment_5_interval_6_Silhouette.1"/>
            <p:cNvSpPr/>
            <p:nvPr/>
          </p:nvSpPr>
          <p:spPr>
            <a:xfrm>
              <a:off x="5743161" y="3196706"/>
              <a:ext cx="1397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9" name="View.ISO.Edge.BearingBlock_edge_10_segment_5_interval_7_Silhouette.1"/>
            <p:cNvSpPr/>
            <p:nvPr/>
          </p:nvSpPr>
          <p:spPr>
            <a:xfrm>
              <a:off x="5744558" y="3196908"/>
              <a:ext cx="978" cy="1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0" name="View.ISO.Edge.BearingBlock_edge_10_segment_5_interval_8_Silhouette.1"/>
            <p:cNvSpPr/>
            <p:nvPr/>
          </p:nvSpPr>
          <p:spPr>
            <a:xfrm>
              <a:off x="5745536" y="3197049"/>
              <a:ext cx="609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1" name="View.ISO.Edge.BearingBlock_edge_10_segment_5_interval_9_Silhouette.1"/>
            <p:cNvSpPr/>
            <p:nvPr/>
          </p:nvSpPr>
          <p:spPr>
            <a:xfrm>
              <a:off x="5746145" y="3197137"/>
              <a:ext cx="3074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2" name="View.ISO.Edge.BearingBlock_edge_10_segment_6_interval_0_Silhouette.1"/>
            <p:cNvSpPr/>
            <p:nvPr/>
          </p:nvSpPr>
          <p:spPr>
            <a:xfrm>
              <a:off x="5749219" y="3197582"/>
              <a:ext cx="884" cy="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3" name="View.ISO.Edge.BearingBlock_edge_10_segment_6_interval_1_Silhouette.1"/>
            <p:cNvSpPr/>
            <p:nvPr/>
          </p:nvSpPr>
          <p:spPr>
            <a:xfrm>
              <a:off x="5750103" y="3197657"/>
              <a:ext cx="1946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4" name="View.ISO.Edge.BearingBlock_edge_10_segment_6_interval_2_Silhouette.1"/>
            <p:cNvSpPr/>
            <p:nvPr/>
          </p:nvSpPr>
          <p:spPr>
            <a:xfrm>
              <a:off x="5752049" y="3197824"/>
              <a:ext cx="1733" cy="1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5" name="View.ISO.Edge.BearingBlock_edge_10_segment_6_interval_3_Silhouette.1"/>
            <p:cNvSpPr/>
            <p:nvPr/>
          </p:nvSpPr>
          <p:spPr>
            <a:xfrm>
              <a:off x="5753782" y="3197972"/>
              <a:ext cx="1969" cy="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6" name="View.ISO.Edge.BearingBlock_edge_10_segment_6_interval_4_Silhouette.1"/>
            <p:cNvSpPr/>
            <p:nvPr/>
          </p:nvSpPr>
          <p:spPr>
            <a:xfrm>
              <a:off x="5755751" y="3198141"/>
              <a:ext cx="3323" cy="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7" name="View.ISO.Edge.BearingBlock_edge_10_segment_6_interval_5_Silhouette.1"/>
            <p:cNvSpPr/>
            <p:nvPr/>
          </p:nvSpPr>
          <p:spPr>
            <a:xfrm>
              <a:off x="5759075" y="3198426"/>
              <a:ext cx="947" cy="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8" name="View.ISO.Edge.BearingBlock_edge_10_segment_7_interval_0_Silhouette.1"/>
            <p:cNvSpPr/>
            <p:nvPr/>
          </p:nvSpPr>
          <p:spPr>
            <a:xfrm>
              <a:off x="5760021" y="3198507"/>
              <a:ext cx="1927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9" name="View.ISO.Edge.BearingBlock_edge_10_segment_7_interval_1_Silhouette.1"/>
            <p:cNvSpPr/>
            <p:nvPr/>
          </p:nvSpPr>
          <p:spPr>
            <a:xfrm>
              <a:off x="5761948" y="3198561"/>
              <a:ext cx="7489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0" name="View.ISO.Edge.BearingBlock_edge_10_segment_7_interval_2_Silhouette.1"/>
            <p:cNvSpPr/>
            <p:nvPr/>
          </p:nvSpPr>
          <p:spPr>
            <a:xfrm>
              <a:off x="5769437" y="3198774"/>
              <a:ext cx="409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1" name="View.ISO.Edge.BearingBlock_edge_10_segment_7_interval_3_Silhouette.1"/>
            <p:cNvSpPr/>
            <p:nvPr/>
          </p:nvSpPr>
          <p:spPr>
            <a:xfrm>
              <a:off x="5769846" y="3198785"/>
              <a:ext cx="549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2" name="View.ISO.Edge.BearingBlock_edge_10_segment_7_interval_4_Silhouette.1"/>
            <p:cNvSpPr/>
            <p:nvPr/>
          </p:nvSpPr>
          <p:spPr>
            <a:xfrm>
              <a:off x="5770395" y="3198801"/>
              <a:ext cx="53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3" name="View.ISO.Edge.BearingBlock_edge_10_segment_8_interval_0_Silhouette.1"/>
            <p:cNvSpPr/>
            <p:nvPr/>
          </p:nvSpPr>
          <p:spPr>
            <a:xfrm flipV="1">
              <a:off x="5770929" y="3198778"/>
              <a:ext cx="1334" cy="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4" name="View.ISO.Edge.BearingBlock_edge_10_segment_8_interval_1_Silhouette.1"/>
            <p:cNvSpPr/>
            <p:nvPr/>
          </p:nvSpPr>
          <p:spPr>
            <a:xfrm flipV="1">
              <a:off x="5772263" y="3198774"/>
              <a:ext cx="158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5" name="View.ISO.Edge.BearingBlock_edge_10_segment_8_interval_2_Silhouette.1"/>
            <p:cNvSpPr/>
            <p:nvPr/>
          </p:nvSpPr>
          <p:spPr>
            <a:xfrm flipV="1">
              <a:off x="5772420" y="3198748"/>
              <a:ext cx="90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6" name="View.ISO.Edge.BearingBlock_edge_10_segment_8_interval_3_Silhouette.1"/>
            <p:cNvSpPr/>
            <p:nvPr/>
          </p:nvSpPr>
          <p:spPr>
            <a:xfrm flipV="1">
              <a:off x="5773326" y="3198551"/>
              <a:ext cx="6943" cy="1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7" name="View.ISO.Edge.BearingBlock_edge_10_segment_8_interval_4_Silhouette.1"/>
            <p:cNvSpPr/>
            <p:nvPr/>
          </p:nvSpPr>
          <p:spPr>
            <a:xfrm flipV="1">
              <a:off x="5780269" y="3198507"/>
              <a:ext cx="1567" cy="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8" name="View.ISO.Edge.BearingBlock_edge_10_segment_9_interval_0_Silhouette.1"/>
            <p:cNvSpPr/>
            <p:nvPr/>
          </p:nvSpPr>
          <p:spPr>
            <a:xfrm flipV="1">
              <a:off x="5781836" y="3198426"/>
              <a:ext cx="947" cy="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9" name="View.ISO.Edge.BearingBlock_edge_10_segment_9_interval_1_Silhouette.1"/>
            <p:cNvSpPr/>
            <p:nvPr/>
          </p:nvSpPr>
          <p:spPr>
            <a:xfrm flipV="1">
              <a:off x="5782782" y="3198350"/>
              <a:ext cx="879" cy="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0" name="View.ISO.Edge.BearingBlock_edge_10_segment_9_interval_2_Silhouette.1"/>
            <p:cNvSpPr/>
            <p:nvPr/>
          </p:nvSpPr>
          <p:spPr>
            <a:xfrm flipV="1">
              <a:off x="5783661" y="3198098"/>
              <a:ext cx="2946" cy="2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1" name="View.ISO.Edge.BearingBlock_edge_10_segment_9_interval_3_Silhouette.1"/>
            <p:cNvSpPr/>
            <p:nvPr/>
          </p:nvSpPr>
          <p:spPr>
            <a:xfrm flipV="1">
              <a:off x="5786607" y="3197824"/>
              <a:ext cx="3201" cy="2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2" name="View.ISO.Edge.BearingBlock_edge_10_segment_9_interval_4_Silhouette.1"/>
            <p:cNvSpPr/>
            <p:nvPr/>
          </p:nvSpPr>
          <p:spPr>
            <a:xfrm flipV="1">
              <a:off x="5789808" y="3197582"/>
              <a:ext cx="2830" cy="2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3" name="View.ISO.Edge.BearingBlock_edge_10_segment_10_interval_0_Silhouette.1"/>
            <p:cNvSpPr/>
            <p:nvPr/>
          </p:nvSpPr>
          <p:spPr>
            <a:xfrm flipV="1">
              <a:off x="5792638" y="3197310"/>
              <a:ext cx="1877" cy="2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4" name="View.ISO.Edge.BearingBlock_edge_10_segment_10_interval_1_Silhouette.1"/>
            <p:cNvSpPr/>
            <p:nvPr/>
          </p:nvSpPr>
          <p:spPr>
            <a:xfrm flipV="1">
              <a:off x="5794515" y="3197263"/>
              <a:ext cx="323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5" name="View.ISO.Edge.BearingBlock_edge_10_segment_10_interval_2_Silhouette.1"/>
            <p:cNvSpPr/>
            <p:nvPr/>
          </p:nvSpPr>
          <p:spPr>
            <a:xfrm flipV="1">
              <a:off x="5794838" y="3197137"/>
              <a:ext cx="874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6" name="View.ISO.Edge.BearingBlock_edge_10_segment_10_interval_3_Silhouette.1"/>
            <p:cNvSpPr/>
            <p:nvPr/>
          </p:nvSpPr>
          <p:spPr>
            <a:xfrm flipV="1">
              <a:off x="5795712" y="3196706"/>
              <a:ext cx="2984" cy="4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7" name="View.ISO.Edge.BearingBlock_edge_10_segment_10_interval_4_Silhouette.1"/>
            <p:cNvSpPr/>
            <p:nvPr/>
          </p:nvSpPr>
          <p:spPr>
            <a:xfrm flipV="1">
              <a:off x="5798696" y="3196556"/>
              <a:ext cx="1034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8" name="View.ISO.Edge.BearingBlock_edge_10_segment_10_interval_5_Silhouette.1"/>
            <p:cNvSpPr/>
            <p:nvPr/>
          </p:nvSpPr>
          <p:spPr>
            <a:xfrm flipV="1">
              <a:off x="5799730" y="3196462"/>
              <a:ext cx="650" cy="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9" name="View.ISO.Edge.BearingBlock_edge_10_segment_10_interval_6_Silhouette.1"/>
            <p:cNvSpPr/>
            <p:nvPr/>
          </p:nvSpPr>
          <p:spPr>
            <a:xfrm flipV="1">
              <a:off x="5800379" y="3196450"/>
              <a:ext cx="81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0" name="View.ISO.Edge.BearingBlock_edge_10_segment_10_interval_7_Silhouette.1"/>
            <p:cNvSpPr/>
            <p:nvPr/>
          </p:nvSpPr>
          <p:spPr>
            <a:xfrm flipV="1">
              <a:off x="5800460" y="319644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1" name="View.ISO.Edge.BearingBlock_edge_10_segment_10_interval_8_Silhouette.1"/>
            <p:cNvSpPr/>
            <p:nvPr/>
          </p:nvSpPr>
          <p:spPr>
            <a:xfrm flipV="1">
              <a:off x="5800480" y="3196360"/>
              <a:ext cx="608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2" name="View.ISO.Edge.BearingBlock_edge_10_segment_10_interval_9_Silhouette.1"/>
            <p:cNvSpPr/>
            <p:nvPr/>
          </p:nvSpPr>
          <p:spPr>
            <a:xfrm flipV="1">
              <a:off x="5801088" y="3196308"/>
              <a:ext cx="357" cy="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3" name="View.ISO.Edge.BearingBlock_edge_10_segment_10_interval_10_Silhouette.1"/>
            <p:cNvSpPr/>
            <p:nvPr/>
          </p:nvSpPr>
          <p:spPr>
            <a:xfrm flipV="1">
              <a:off x="5801445" y="3196050"/>
              <a:ext cx="1786" cy="2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4" name="View.ISO.Edge.BearingBlock_edge_10_segment_11_interval_0_Silhouette.1"/>
            <p:cNvSpPr/>
            <p:nvPr/>
          </p:nvSpPr>
          <p:spPr>
            <a:xfrm flipV="1">
              <a:off x="5803231" y="3196030"/>
              <a:ext cx="9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5" name="View.ISO.Edge.BearingBlock_edge_10_segment_11_interval_1_Silhouette.1"/>
            <p:cNvSpPr/>
            <p:nvPr/>
          </p:nvSpPr>
          <p:spPr>
            <a:xfrm flipV="1">
              <a:off x="5803324" y="3195953"/>
              <a:ext cx="377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6" name="View.ISO.Edge.BearingBlock_edge_10_segment_11_interval_2_Silhouette.1"/>
            <p:cNvSpPr/>
            <p:nvPr/>
          </p:nvSpPr>
          <p:spPr>
            <a:xfrm flipV="1">
              <a:off x="5803701" y="3195504"/>
              <a:ext cx="2171" cy="4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7" name="View.ISO.Edge.BearingBlock_edge_10_segment_11_interval_3_Silhouette.1"/>
            <p:cNvSpPr/>
            <p:nvPr/>
          </p:nvSpPr>
          <p:spPr>
            <a:xfrm flipV="1">
              <a:off x="5805872" y="3195371"/>
              <a:ext cx="644" cy="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8" name="View.ISO.Edge.BearingBlock_edge_10_segment_11_interval_4_Silhouette.1"/>
            <p:cNvSpPr/>
            <p:nvPr/>
          </p:nvSpPr>
          <p:spPr>
            <a:xfrm flipV="1">
              <a:off x="5806516" y="3195310"/>
              <a:ext cx="295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9" name="View.ISO.Edge.BearingBlock_edge_10_segment_11_interval_5_Silhouette.1"/>
            <p:cNvSpPr/>
            <p:nvPr/>
          </p:nvSpPr>
          <p:spPr>
            <a:xfrm flipV="1">
              <a:off x="5806811" y="3194978"/>
              <a:ext cx="1609" cy="3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0" name="View.ISO.Edge.BearingBlock_edge_10_segment_11_interval_6_Silhouette.1"/>
            <p:cNvSpPr/>
            <p:nvPr/>
          </p:nvSpPr>
          <p:spPr>
            <a:xfrm flipV="1">
              <a:off x="5808420" y="3194789"/>
              <a:ext cx="912" cy="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1" name="View.ISO.Edge.BearingBlock_edge_10_segment_11_interval_7_Silhouette.1"/>
            <p:cNvSpPr/>
            <p:nvPr/>
          </p:nvSpPr>
          <p:spPr>
            <a:xfrm flipV="1">
              <a:off x="5809332" y="3194451"/>
              <a:ext cx="1636" cy="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2" name="View.ISO.Edge.BearingBlock_edge_10_segment_11_interval_8_Silhouette.1"/>
            <p:cNvSpPr/>
            <p:nvPr/>
          </p:nvSpPr>
          <p:spPr>
            <a:xfrm flipV="1">
              <a:off x="5810968" y="3194208"/>
              <a:ext cx="1179" cy="2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3" name="View.ISO.Edge.BearingBlock_edge_10_segment_11_interval_9_Silhouette.1"/>
            <p:cNvSpPr/>
            <p:nvPr/>
          </p:nvSpPr>
          <p:spPr>
            <a:xfrm flipV="1">
              <a:off x="5812147" y="3193926"/>
              <a:ext cx="1366" cy="2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4" name="View.ISO.Edge.BearingBlock_edge_10_segment_12_interval_0_Silhouette.1"/>
            <p:cNvSpPr/>
            <p:nvPr/>
          </p:nvSpPr>
          <p:spPr>
            <a:xfrm flipV="1">
              <a:off x="5813513" y="319392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5" name="View.ISO.Edge.BearingBlock_edge_10_segment_12_interval_1_Silhouette.1"/>
            <p:cNvSpPr/>
            <p:nvPr/>
          </p:nvSpPr>
          <p:spPr>
            <a:xfrm flipV="1">
              <a:off x="5813516" y="3193884"/>
              <a:ext cx="150" cy="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6" name="View.ISO.Edge.BearingBlock_edge_10_segment_12_interval_2_Silhouette.1"/>
            <p:cNvSpPr/>
            <p:nvPr/>
          </p:nvSpPr>
          <p:spPr>
            <a:xfrm flipV="1">
              <a:off x="5813666" y="3193606"/>
              <a:ext cx="1019" cy="2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7" name="View.ISO.Edge.BearingBlock_edge_10_segment_12_interval_3_Silhouette.1"/>
            <p:cNvSpPr/>
            <p:nvPr/>
          </p:nvSpPr>
          <p:spPr>
            <a:xfrm flipV="1">
              <a:off x="5814685" y="3193586"/>
              <a:ext cx="7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8" name="View.ISO.Edge.BearingBlock_edge_10_segment_12_interval_4_Silhouette.1"/>
            <p:cNvSpPr/>
            <p:nvPr/>
          </p:nvSpPr>
          <p:spPr>
            <a:xfrm flipV="1">
              <a:off x="5814757" y="3193319"/>
              <a:ext cx="976" cy="2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9" name="View.ISO.Edge.BearingBlock_edge_10_segment_12_interval_5_Silhouette.1"/>
            <p:cNvSpPr/>
            <p:nvPr/>
          </p:nvSpPr>
          <p:spPr>
            <a:xfrm flipV="1">
              <a:off x="5815733" y="3192926"/>
              <a:ext cx="1441" cy="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0" name="View.ISO.Edge.BearingBlock_edge_10_segment_12_interval_6_Silhouette.1"/>
            <p:cNvSpPr/>
            <p:nvPr/>
          </p:nvSpPr>
          <p:spPr>
            <a:xfrm flipV="1">
              <a:off x="5817174" y="3192714"/>
              <a:ext cx="776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1" name="View.ISO.Edge.BearingBlock_edge_10_segment_12_interval_7_Silhouette.1"/>
            <p:cNvSpPr/>
            <p:nvPr/>
          </p:nvSpPr>
          <p:spPr>
            <a:xfrm flipV="1">
              <a:off x="5817950" y="3192266"/>
              <a:ext cx="1641" cy="4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2" name="View.ISO.Edge.BearingBlock_edge_10_segment_12_interval_8_Silhouette.1"/>
            <p:cNvSpPr/>
            <p:nvPr/>
          </p:nvSpPr>
          <p:spPr>
            <a:xfrm flipV="1">
              <a:off x="5819591" y="3192108"/>
              <a:ext cx="576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3" name="View.ISO.Edge.BearingBlock_edge_10_segment_12_interval_9_Silhouette.1"/>
            <p:cNvSpPr/>
            <p:nvPr/>
          </p:nvSpPr>
          <p:spPr>
            <a:xfrm flipV="1">
              <a:off x="5820168" y="3191606"/>
              <a:ext cx="1841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4" name="View.ISO.Edge.BearingBlock_edge_10_segment_12_interval_10_Silhouette.1"/>
            <p:cNvSpPr/>
            <p:nvPr/>
          </p:nvSpPr>
          <p:spPr>
            <a:xfrm flipV="1">
              <a:off x="5822008" y="3191503"/>
              <a:ext cx="377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5" name="View.ISO.Edge.BearingBlock_edge_10_segment_12_interval_11_Silhouette.1"/>
            <p:cNvSpPr/>
            <p:nvPr/>
          </p:nvSpPr>
          <p:spPr>
            <a:xfrm flipV="1">
              <a:off x="5822385" y="3191230"/>
              <a:ext cx="1000" cy="2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6" name="View.ISO.Edge.BearingBlock_edge_10_segment_13_interval_0_Silhouette.1"/>
            <p:cNvSpPr/>
            <p:nvPr/>
          </p:nvSpPr>
          <p:spPr>
            <a:xfrm flipV="1">
              <a:off x="5823385" y="3190918"/>
              <a:ext cx="900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7" name="View.ISO.Edge.BearingBlock_edge_10_segment_13_interval_1_Silhouette.1"/>
            <p:cNvSpPr/>
            <p:nvPr/>
          </p:nvSpPr>
          <p:spPr>
            <a:xfrm flipV="1">
              <a:off x="5824285" y="3190861"/>
              <a:ext cx="165" cy="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8" name="View.ISO.Edge.BearingBlock_edge_10_segment_13_interval_2_Silhouette.1"/>
            <p:cNvSpPr/>
            <p:nvPr/>
          </p:nvSpPr>
          <p:spPr>
            <a:xfrm flipV="1">
              <a:off x="5824450" y="3190388"/>
              <a:ext cx="1367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9" name="View.ISO.Edge.BearingBlock_edge_10_segment_13_interval_3_Silhouette.1"/>
            <p:cNvSpPr/>
            <p:nvPr/>
          </p:nvSpPr>
          <p:spPr>
            <a:xfrm flipV="1">
              <a:off x="5825818" y="3190194"/>
              <a:ext cx="560" cy="1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0" name="View.ISO.Edge.BearingBlock_edge_10_segment_13_interval_4_Silhouette.1"/>
            <p:cNvSpPr/>
            <p:nvPr/>
          </p:nvSpPr>
          <p:spPr>
            <a:xfrm flipV="1">
              <a:off x="5826377" y="319019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1" name="View.ISO.Edge.BearingBlock_edge_10_segment_13_interval_5_Silhouette.1"/>
            <p:cNvSpPr/>
            <p:nvPr/>
          </p:nvSpPr>
          <p:spPr>
            <a:xfrm flipV="1">
              <a:off x="5826391" y="3190128"/>
              <a:ext cx="177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2" name="View.ISO.Edge.BearingBlock_edge_10_segment_13_interval_6_Silhouette.1"/>
            <p:cNvSpPr/>
            <p:nvPr/>
          </p:nvSpPr>
          <p:spPr>
            <a:xfrm flipV="1">
              <a:off x="5826568" y="3189842"/>
              <a:ext cx="827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3" name="View.ISO.Edge.BearingBlock_edge_10_segment_13_interval_7_Silhouette.1"/>
            <p:cNvSpPr/>
            <p:nvPr/>
          </p:nvSpPr>
          <p:spPr>
            <a:xfrm flipV="1">
              <a:off x="5827395" y="3189676"/>
              <a:ext cx="481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4" name="View.ISO.Edge.BearingBlock_edge_10_segment_13_interval_8_Silhouette.1"/>
            <p:cNvSpPr/>
            <p:nvPr/>
          </p:nvSpPr>
          <p:spPr>
            <a:xfrm flipV="1">
              <a:off x="5827876" y="3189646"/>
              <a:ext cx="8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5" name="View.ISO.Edge.BearingBlock_edge_10_segment_13_interval_9_Silhouette.1"/>
            <p:cNvSpPr/>
            <p:nvPr/>
          </p:nvSpPr>
          <p:spPr>
            <a:xfrm flipV="1">
              <a:off x="5827963" y="3189547"/>
              <a:ext cx="286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6" name="View.ISO.Edge.BearingBlock_edge_10_segment_13_interval_10_Silhouette.1"/>
            <p:cNvSpPr/>
            <p:nvPr/>
          </p:nvSpPr>
          <p:spPr>
            <a:xfrm flipV="1">
              <a:off x="5828250" y="3189178"/>
              <a:ext cx="1066" cy="3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7" name="View.ISO.Edge.BearingBlock_edge_10_segment_13_interval_11_Silhouette.1"/>
            <p:cNvSpPr/>
            <p:nvPr/>
          </p:nvSpPr>
          <p:spPr>
            <a:xfrm flipV="1">
              <a:off x="5829315" y="3189114"/>
              <a:ext cx="183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8" name="View.ISO.Edge.BearingBlock_edge_10_segment_13_interval_12_Silhouette.1"/>
            <p:cNvSpPr/>
            <p:nvPr/>
          </p:nvSpPr>
          <p:spPr>
            <a:xfrm flipV="1">
              <a:off x="5829498" y="3188680"/>
              <a:ext cx="125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9" name="View.ISO.Edge.BearingBlock_edge_10_segment_13_interval_13_Silhouette.1"/>
            <p:cNvSpPr/>
            <p:nvPr/>
          </p:nvSpPr>
          <p:spPr>
            <a:xfrm flipV="1">
              <a:off x="5830755" y="3188583"/>
              <a:ext cx="279" cy="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0" name="View.ISO.Edge.BearingBlock_edge_10_segment_13_interval_14_Silhouette.1"/>
            <p:cNvSpPr/>
            <p:nvPr/>
          </p:nvSpPr>
          <p:spPr>
            <a:xfrm flipV="1">
              <a:off x="5831034" y="3188182"/>
              <a:ext cx="1160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1" name="View.ISO.Edge.BearingBlock_edge_10_segment_13_interval_15_Silhouette.1"/>
            <p:cNvSpPr/>
            <p:nvPr/>
          </p:nvSpPr>
          <p:spPr>
            <a:xfrm flipV="1">
              <a:off x="5832194" y="3188052"/>
              <a:ext cx="375" cy="1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2" name="View.ISO.Edge.BearingBlock_edge_10_segment_13_interval_16_Silhouette.1"/>
            <p:cNvSpPr/>
            <p:nvPr/>
          </p:nvSpPr>
          <p:spPr>
            <a:xfrm flipV="1">
              <a:off x="5832569" y="3187989"/>
              <a:ext cx="183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3" name="View.ISO.Edge.BearingBlock_edge_10_segment_14_interval_0_Silhouette.1"/>
            <p:cNvSpPr/>
            <p:nvPr/>
          </p:nvSpPr>
          <p:spPr>
            <a:xfrm flipV="1">
              <a:off x="5832752" y="3187647"/>
              <a:ext cx="799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4" name="View.ISO.Edge.BearingBlock_edge_10_segment_14_interval_1_Silhouette.1"/>
            <p:cNvSpPr/>
            <p:nvPr/>
          </p:nvSpPr>
          <p:spPr>
            <a:xfrm flipV="1">
              <a:off x="5833550" y="3187467"/>
              <a:ext cx="419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5" name="View.ISO.Edge.BearingBlock_edge_10_segment_14_interval_2_Silhouette.1"/>
            <p:cNvSpPr/>
            <p:nvPr/>
          </p:nvSpPr>
          <p:spPr>
            <a:xfrm flipV="1">
              <a:off x="5833969" y="3187088"/>
              <a:ext cx="885" cy="3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6" name="View.ISO.Edge.BearingBlock_edge_10_segment_14_interval_3_Silhouette.1"/>
            <p:cNvSpPr/>
            <p:nvPr/>
          </p:nvSpPr>
          <p:spPr>
            <a:xfrm flipV="1">
              <a:off x="5834854" y="3186876"/>
              <a:ext cx="497" cy="2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7" name="View.ISO.Edge.BearingBlock_edge_10_segment_14_interval_4_Silhouette.1"/>
            <p:cNvSpPr/>
            <p:nvPr/>
          </p:nvSpPr>
          <p:spPr>
            <a:xfrm flipV="1">
              <a:off x="5835351" y="3186530"/>
              <a:ext cx="807" cy="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8" name="View.ISO.Edge.BearingBlock_edge_10_segment_14_interval_5_Silhouette.1"/>
            <p:cNvSpPr/>
            <p:nvPr/>
          </p:nvSpPr>
          <p:spPr>
            <a:xfrm flipV="1">
              <a:off x="5836158" y="3186284"/>
              <a:ext cx="575" cy="2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9" name="View.ISO.Edge.BearingBlock_edge_10_segment_14_interval_6_Silhouette.1"/>
            <p:cNvSpPr/>
            <p:nvPr/>
          </p:nvSpPr>
          <p:spPr>
            <a:xfrm flipV="1">
              <a:off x="5836733" y="3185972"/>
              <a:ext cx="729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0" name="View.ISO.Edge.BearingBlock_edge_10_segment_14_interval_7_Silhouette.1"/>
            <p:cNvSpPr/>
            <p:nvPr/>
          </p:nvSpPr>
          <p:spPr>
            <a:xfrm flipV="1">
              <a:off x="5837461" y="3185692"/>
              <a:ext cx="653" cy="2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1" name="View.ISO.Edge.BearingBlock_edge_10_segment_14_interval_8_Silhouette.1"/>
            <p:cNvSpPr/>
            <p:nvPr/>
          </p:nvSpPr>
          <p:spPr>
            <a:xfrm flipV="1">
              <a:off x="5838114" y="3185414"/>
              <a:ext cx="650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2" name="View.ISO.Edge.BearingBlock_edge_10_segment_14_interval_9_Silhouette.1"/>
            <p:cNvSpPr/>
            <p:nvPr/>
          </p:nvSpPr>
          <p:spPr>
            <a:xfrm flipV="1">
              <a:off x="5838765" y="3185321"/>
              <a:ext cx="217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3" name="View.ISO.Edge.BearingBlock_edge_10_segment_14_interval_10_Silhouette.1"/>
            <p:cNvSpPr/>
            <p:nvPr/>
          </p:nvSpPr>
          <p:spPr>
            <a:xfrm flipV="1">
              <a:off x="5838982" y="3185101"/>
              <a:ext cx="514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4" name="View.ISO.Edge.BearingBlock_edge_10_segment_14_interval_11_Silhouette.1"/>
            <p:cNvSpPr/>
            <p:nvPr/>
          </p:nvSpPr>
          <p:spPr>
            <a:xfrm flipV="1">
              <a:off x="5839496" y="3184856"/>
              <a:ext cx="572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5" name="View.ISO.Edge.BearingBlock_edge_10_segment_14_interval_12_Silhouette.1"/>
            <p:cNvSpPr/>
            <p:nvPr/>
          </p:nvSpPr>
          <p:spPr>
            <a:xfrm flipV="1">
              <a:off x="5840068" y="3184509"/>
              <a:ext cx="809" cy="3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6" name="View.ISO.Edge.BearingBlock_edge_10_segment_14_interval_13_Silhouette.1"/>
            <p:cNvSpPr/>
            <p:nvPr/>
          </p:nvSpPr>
          <p:spPr>
            <a:xfrm flipV="1">
              <a:off x="5840878" y="3184297"/>
              <a:ext cx="494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7" name="View.ISO.Edge.BearingBlock_edge_10_segment_14_interval_14_Silhouette.1"/>
            <p:cNvSpPr/>
            <p:nvPr/>
          </p:nvSpPr>
          <p:spPr>
            <a:xfrm flipV="1">
              <a:off x="5841372" y="3184233"/>
              <a:ext cx="151" cy="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8" name="View.ISO.Edge.BearingBlock_edge_10_segment_15_interval_0_Silhouette.1"/>
            <p:cNvSpPr/>
            <p:nvPr/>
          </p:nvSpPr>
          <p:spPr>
            <a:xfrm flipV="1">
              <a:off x="5841523" y="3183887"/>
              <a:ext cx="660" cy="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9" name="View.ISO.Edge.BearingBlock_edge_10_segment_15_interval_1_Silhouette.1"/>
            <p:cNvSpPr/>
            <p:nvPr/>
          </p:nvSpPr>
          <p:spPr>
            <a:xfrm flipV="1">
              <a:off x="5842183" y="3183689"/>
              <a:ext cx="379" cy="1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0" name="View.ISO.Edge.BearingBlock_edge_10_segment_15_interval_2_Silhouette.1"/>
            <p:cNvSpPr/>
            <p:nvPr/>
          </p:nvSpPr>
          <p:spPr>
            <a:xfrm flipV="1">
              <a:off x="5842562" y="3183239"/>
              <a:ext cx="860" cy="4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1" name="View.ISO.Edge.BearingBlock_edge_10_segment_15_interval_3_Silhouette.1"/>
            <p:cNvSpPr/>
            <p:nvPr/>
          </p:nvSpPr>
          <p:spPr>
            <a:xfrm flipV="1">
              <a:off x="5843422" y="3183074"/>
              <a:ext cx="316" cy="1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2" name="View.ISO.Edge.BearingBlock_edge_10_segment_15_interval_4_Silhouette.1"/>
            <p:cNvSpPr/>
            <p:nvPr/>
          </p:nvSpPr>
          <p:spPr>
            <a:xfrm flipV="1">
              <a:off x="5843738" y="3182591"/>
              <a:ext cx="923" cy="4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3" name="View.ISO.Edge.BearingBlock_edge_10_segment_15_interval_5_Silhouette.1"/>
            <p:cNvSpPr/>
            <p:nvPr/>
          </p:nvSpPr>
          <p:spPr>
            <a:xfrm flipV="1">
              <a:off x="5844660" y="3182459"/>
              <a:ext cx="253" cy="1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4" name="View.ISO.Edge.BearingBlock_edge_10_segment_15_interval_6_Silhouette.1"/>
            <p:cNvSpPr/>
            <p:nvPr/>
          </p:nvSpPr>
          <p:spPr>
            <a:xfrm flipV="1">
              <a:off x="5844913" y="3181943"/>
              <a:ext cx="986" cy="5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5" name="View.ISO.Edge.BearingBlock_edge_10_segment_15_interval_7_Silhouette.1"/>
            <p:cNvSpPr/>
            <p:nvPr/>
          </p:nvSpPr>
          <p:spPr>
            <a:xfrm flipV="1">
              <a:off x="5845899" y="3181844"/>
              <a:ext cx="189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6" name="View.ISO.Edge.BearingBlock_edge_10_segment_15_interval_8_Silhouette.1"/>
            <p:cNvSpPr/>
            <p:nvPr/>
          </p:nvSpPr>
          <p:spPr>
            <a:xfrm flipV="1">
              <a:off x="5846088" y="3181295"/>
              <a:ext cx="1049" cy="5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7" name="View.ISO.Edge.BearingBlock_edge_10_segment_15_interval_9_Silhouette.1"/>
            <p:cNvSpPr/>
            <p:nvPr/>
          </p:nvSpPr>
          <p:spPr>
            <a:xfrm flipV="1">
              <a:off x="5847137" y="3181229"/>
              <a:ext cx="126" cy="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8" name="View.ISO.Edge.BearingBlock_edge_10_segment_15_interval_10_Silhouette.1"/>
            <p:cNvSpPr/>
            <p:nvPr/>
          </p:nvSpPr>
          <p:spPr>
            <a:xfrm flipV="1">
              <a:off x="5847264" y="3180647"/>
              <a:ext cx="1112" cy="5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9" name="View.ISO.Edge.BearingBlock_edge_10_segment_15_interval_11_Silhouette.1"/>
            <p:cNvSpPr/>
            <p:nvPr/>
          </p:nvSpPr>
          <p:spPr>
            <a:xfrm flipV="1">
              <a:off x="5848376" y="3180614"/>
              <a:ext cx="6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0" name="View.ISO.Edge.BearingBlock_edge_10_segment_15_interval_12_Silhouette.1"/>
            <p:cNvSpPr/>
            <p:nvPr/>
          </p:nvSpPr>
          <p:spPr>
            <a:xfrm flipV="1">
              <a:off x="5848439" y="3179999"/>
              <a:ext cx="1175" cy="6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1" name="View.ISO.Edge.BearingBlock_edge_10_segment_16_interval_0_Silhouette.1"/>
            <p:cNvSpPr/>
            <p:nvPr/>
          </p:nvSpPr>
          <p:spPr>
            <a:xfrm flipV="1">
              <a:off x="5849614" y="3179478"/>
              <a:ext cx="817" cy="5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2" name="View.ISO.Edge.BearingBlock_edge_10_segment_16_interval_1_Silhouette.1"/>
            <p:cNvSpPr/>
            <p:nvPr/>
          </p:nvSpPr>
          <p:spPr>
            <a:xfrm flipV="1">
              <a:off x="5850432" y="3179453"/>
              <a:ext cx="4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3" name="View.ISO.Edge.BearingBlock_edge_10_segment_16_interval_2_Silhouette.1"/>
            <p:cNvSpPr/>
            <p:nvPr/>
          </p:nvSpPr>
          <p:spPr>
            <a:xfrm flipV="1">
              <a:off x="5850471" y="3178957"/>
              <a:ext cx="778" cy="4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4" name="View.ISO.Edge.BearingBlock_edge_10_segment_16_interval_3_Silhouette.1"/>
            <p:cNvSpPr/>
            <p:nvPr/>
          </p:nvSpPr>
          <p:spPr>
            <a:xfrm flipV="1">
              <a:off x="5851249" y="3178907"/>
              <a:ext cx="79" cy="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5" name="View.ISO.Edge.BearingBlock_edge_10_segment_16_interval_4_Silhouette.1"/>
            <p:cNvSpPr/>
            <p:nvPr/>
          </p:nvSpPr>
          <p:spPr>
            <a:xfrm flipV="1">
              <a:off x="5851328" y="3178437"/>
              <a:ext cx="738" cy="4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6" name="View.ISO.Edge.BearingBlock_edge_10_segment_16_interval_5_Silhouette.1"/>
            <p:cNvSpPr/>
            <p:nvPr/>
          </p:nvSpPr>
          <p:spPr>
            <a:xfrm flipV="1">
              <a:off x="5852067" y="3178361"/>
              <a:ext cx="119" cy="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7" name="View.ISO.Edge.BearingBlock_edge_10_segment_16_interval_6_Silhouette.1"/>
            <p:cNvSpPr/>
            <p:nvPr/>
          </p:nvSpPr>
          <p:spPr>
            <a:xfrm flipV="1">
              <a:off x="5852185" y="3177916"/>
              <a:ext cx="699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8" name="View.ISO.Edge.BearingBlock_edge_10_segment_16_interval_7_Silhouette.1"/>
            <p:cNvSpPr/>
            <p:nvPr/>
          </p:nvSpPr>
          <p:spPr>
            <a:xfrm flipV="1">
              <a:off x="5852884" y="3177815"/>
              <a:ext cx="158" cy="1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9" name="View.ISO.Edge.BearingBlock_edge_10_segment_16_interval_8_Silhouette.1"/>
            <p:cNvSpPr/>
            <p:nvPr/>
          </p:nvSpPr>
          <p:spPr>
            <a:xfrm flipV="1">
              <a:off x="5853042" y="3177395"/>
              <a:ext cx="659" cy="4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0" name="View.ISO.Edge.BearingBlock_edge_10_segment_16_interval_9_Silhouette.1"/>
            <p:cNvSpPr/>
            <p:nvPr/>
          </p:nvSpPr>
          <p:spPr>
            <a:xfrm flipV="1">
              <a:off x="5853701" y="3177269"/>
              <a:ext cx="198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1" name="View.ISO.Edge.BearingBlock_edge_10_segment_16_interval_10_Silhouette.1"/>
            <p:cNvSpPr/>
            <p:nvPr/>
          </p:nvSpPr>
          <p:spPr>
            <a:xfrm flipV="1">
              <a:off x="5853899" y="3176875"/>
              <a:ext cx="619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2" name="View.ISO.Edge.BearingBlock_edge_10_segment_16_interval_11_Silhouette.1"/>
            <p:cNvSpPr/>
            <p:nvPr/>
          </p:nvSpPr>
          <p:spPr>
            <a:xfrm flipV="1">
              <a:off x="5854519" y="3176723"/>
              <a:ext cx="238" cy="1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3" name="View.ISO.Edge.BearingBlock_edge_10_segment_16_interval_12_Silhouette.1"/>
            <p:cNvSpPr/>
            <p:nvPr/>
          </p:nvSpPr>
          <p:spPr>
            <a:xfrm flipV="1">
              <a:off x="5854756" y="3176354"/>
              <a:ext cx="580" cy="3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4" name="View.ISO.Edge.BearingBlock_edge_10_segment_16_interval_13_Silhouette.1"/>
            <p:cNvSpPr/>
            <p:nvPr/>
          </p:nvSpPr>
          <p:spPr>
            <a:xfrm flipV="1">
              <a:off x="5855336" y="3176177"/>
              <a:ext cx="277" cy="1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5" name="View.ISO.Edge.BearingBlock_edge_10_segment_16_interval_14_Silhouette.1"/>
            <p:cNvSpPr/>
            <p:nvPr/>
          </p:nvSpPr>
          <p:spPr>
            <a:xfrm flipV="1">
              <a:off x="5855613" y="3175833"/>
              <a:ext cx="540" cy="3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6" name="View.ISO.Edge.BearingBlock_edge_10_segment_16_interval_15_Silhouette.1"/>
            <p:cNvSpPr/>
            <p:nvPr/>
          </p:nvSpPr>
          <p:spPr>
            <a:xfrm flipV="1">
              <a:off x="5856154" y="3175631"/>
              <a:ext cx="317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7" name="View.ISO.Edge.BearingBlock_edge_10_segment_16_interval_16_Silhouette.1"/>
            <p:cNvSpPr/>
            <p:nvPr/>
          </p:nvSpPr>
          <p:spPr>
            <a:xfrm flipV="1">
              <a:off x="5856470" y="3175327"/>
              <a:ext cx="477" cy="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8" name="View.ISO.Edge.BearingBlock_edge_10_segment_17_interval_0_Silhouette.1"/>
            <p:cNvSpPr/>
            <p:nvPr/>
          </p:nvSpPr>
          <p:spPr>
            <a:xfrm flipV="1">
              <a:off x="5856948" y="31753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9" name="View.ISO.Edge.BearingBlock_edge_10_segment_17_interval_1_Silhouette.1"/>
            <p:cNvSpPr/>
            <p:nvPr/>
          </p:nvSpPr>
          <p:spPr>
            <a:xfrm flipV="1">
              <a:off x="5856969" y="3175060"/>
              <a:ext cx="322" cy="2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0" name="View.ISO.Edge.BearingBlock_edge_10_segment_17_interval_2_Silhouette.1"/>
            <p:cNvSpPr/>
            <p:nvPr/>
          </p:nvSpPr>
          <p:spPr>
            <a:xfrm flipV="1">
              <a:off x="5857291" y="3174733"/>
              <a:ext cx="420" cy="3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1" name="View.ISO.Edge.BearingBlock_edge_10_segment_17_interval_3_Silhouette.1"/>
            <p:cNvSpPr/>
            <p:nvPr/>
          </p:nvSpPr>
          <p:spPr>
            <a:xfrm flipV="1">
              <a:off x="5857711" y="3174457"/>
              <a:ext cx="355" cy="2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2" name="View.ISO.Edge.BearingBlock_edge_10_segment_17_interval_4_Silhouette.1"/>
            <p:cNvSpPr/>
            <p:nvPr/>
          </p:nvSpPr>
          <p:spPr>
            <a:xfrm flipV="1">
              <a:off x="5858065" y="3174156"/>
              <a:ext cx="387" cy="3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3" name="View.ISO.Edge.BearingBlock_edge_10_segment_17_interval_5_Silhouette.1"/>
            <p:cNvSpPr/>
            <p:nvPr/>
          </p:nvSpPr>
          <p:spPr>
            <a:xfrm flipV="1">
              <a:off x="5858453" y="3173854"/>
              <a:ext cx="387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4" name="View.ISO.Edge.BearingBlock_edge_10_segment_17_interval_6_Silhouette.1"/>
            <p:cNvSpPr/>
            <p:nvPr/>
          </p:nvSpPr>
          <p:spPr>
            <a:xfrm flipV="1">
              <a:off x="5858840" y="3173578"/>
              <a:ext cx="355" cy="2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5" name="View.ISO.Edge.BearingBlock_edge_10_segment_17_interval_7_Silhouette.1"/>
            <p:cNvSpPr/>
            <p:nvPr/>
          </p:nvSpPr>
          <p:spPr>
            <a:xfrm flipV="1">
              <a:off x="5859194" y="3173252"/>
              <a:ext cx="420" cy="3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6" name="View.ISO.Edge.BearingBlock_edge_10_segment_17_interval_8_Silhouette.1"/>
            <p:cNvSpPr/>
            <p:nvPr/>
          </p:nvSpPr>
          <p:spPr>
            <a:xfrm flipV="1">
              <a:off x="5859614" y="3173001"/>
              <a:ext cx="322" cy="2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7" name="View.ISO.Edge.BearingBlock_edge_10_segment_17_interval_9_Silhouette.1"/>
            <p:cNvSpPr/>
            <p:nvPr/>
          </p:nvSpPr>
          <p:spPr>
            <a:xfrm flipV="1">
              <a:off x="5859936" y="3172649"/>
              <a:ext cx="452" cy="3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8" name="View.ISO.Edge.BearingBlock_edge_10_segment_17_interval_10_Silhouette.1"/>
            <p:cNvSpPr/>
            <p:nvPr/>
          </p:nvSpPr>
          <p:spPr>
            <a:xfrm flipV="1">
              <a:off x="5860388" y="3172423"/>
              <a:ext cx="290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9" name="View.ISO.Edge.BearingBlock_edge_10_segment_17_interval_11_Silhouette.1"/>
            <p:cNvSpPr/>
            <p:nvPr/>
          </p:nvSpPr>
          <p:spPr>
            <a:xfrm flipV="1">
              <a:off x="5860678" y="3172090"/>
              <a:ext cx="428" cy="3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0" name="View.ISO.Edge.BearingBlock_edge_10_segment_17_interval_12_Silhouette.1"/>
            <p:cNvSpPr/>
            <p:nvPr/>
          </p:nvSpPr>
          <p:spPr>
            <a:xfrm flipV="1">
              <a:off x="5861106" y="3172046"/>
              <a:ext cx="56" cy="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1" name="View.ISO.Edge.BearingBlock_edge_10_segment_17_interval_13_Silhouette.1"/>
            <p:cNvSpPr/>
            <p:nvPr/>
          </p:nvSpPr>
          <p:spPr>
            <a:xfrm flipV="1">
              <a:off x="5861163" y="3171846"/>
              <a:ext cx="257" cy="2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2" name="View.ISO.Edge.BearingBlock_edge_10_segment_17_interval_14_Silhouette.1"/>
            <p:cNvSpPr/>
            <p:nvPr/>
          </p:nvSpPr>
          <p:spPr>
            <a:xfrm flipV="1">
              <a:off x="5861420" y="3171443"/>
              <a:ext cx="517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3" name="View.ISO.Edge.BearingBlock_edge_10_segment_17_interval_15_Silhouette.1"/>
            <p:cNvSpPr/>
            <p:nvPr/>
          </p:nvSpPr>
          <p:spPr>
            <a:xfrm flipV="1">
              <a:off x="5861937" y="3171268"/>
              <a:ext cx="225" cy="1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4" name="View.ISO.Edge.BearingBlock_edge_10_segment_17_interval_16_Silhouette.1"/>
            <p:cNvSpPr/>
            <p:nvPr/>
          </p:nvSpPr>
          <p:spPr>
            <a:xfrm flipV="1">
              <a:off x="5862162" y="3170840"/>
              <a:ext cx="549" cy="4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5" name="View.ISO.Edge.BearingBlock_edge_10_segment_17_interval_17_Silhouette.1"/>
            <p:cNvSpPr/>
            <p:nvPr/>
          </p:nvSpPr>
          <p:spPr>
            <a:xfrm flipV="1">
              <a:off x="5862711" y="3170691"/>
              <a:ext cx="192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6" name="View.ISO.Edge.BearingBlock_edge_10_segment_17_interval_18_Silhouette.1"/>
            <p:cNvSpPr/>
            <p:nvPr/>
          </p:nvSpPr>
          <p:spPr>
            <a:xfrm flipV="1">
              <a:off x="5862904" y="3170263"/>
              <a:ext cx="549" cy="4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7" name="View.ISO.Edge.BearingBlock_edge_10_segment_18_interval_0_Silhouette.1"/>
            <p:cNvSpPr/>
            <p:nvPr/>
          </p:nvSpPr>
          <p:spPr>
            <a:xfrm flipV="1">
              <a:off x="5863453" y="317023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8" name="View.ISO.Edge.BearingBlock_edge_10_segment_18_interval_1_Silhouette.1"/>
            <p:cNvSpPr/>
            <p:nvPr/>
          </p:nvSpPr>
          <p:spPr>
            <a:xfrm flipV="1">
              <a:off x="5863482" y="3170097"/>
              <a:ext cx="143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9" name="View.ISO.Edge.BearingBlock_edge_10_segment_18_interval_2_Silhouette.1"/>
            <p:cNvSpPr/>
            <p:nvPr/>
          </p:nvSpPr>
          <p:spPr>
            <a:xfrm flipV="1">
              <a:off x="5863625" y="3169573"/>
              <a:ext cx="545" cy="5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0" name="View.ISO.Edge.BearingBlock_edge_10_segment_18_interval_3_Silhouette.1"/>
            <p:cNvSpPr/>
            <p:nvPr/>
          </p:nvSpPr>
          <p:spPr>
            <a:xfrm flipV="1">
              <a:off x="5864170" y="3169460"/>
              <a:ext cx="117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1" name="View.ISO.Edge.BearingBlock_edge_10_segment_18_interval_4_Silhouette.1"/>
            <p:cNvSpPr/>
            <p:nvPr/>
          </p:nvSpPr>
          <p:spPr>
            <a:xfrm flipV="1">
              <a:off x="5864287" y="3168910"/>
              <a:ext cx="571" cy="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2" name="View.ISO.Edge.BearingBlock_edge_10_segment_18_interval_5_Silhouette.1"/>
            <p:cNvSpPr/>
            <p:nvPr/>
          </p:nvSpPr>
          <p:spPr>
            <a:xfrm flipV="1">
              <a:off x="5864858" y="3168822"/>
              <a:ext cx="91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3" name="View.ISO.Edge.BearingBlock_edge_10_segment_18_interval_6_Silhouette.1"/>
            <p:cNvSpPr/>
            <p:nvPr/>
          </p:nvSpPr>
          <p:spPr>
            <a:xfrm flipV="1">
              <a:off x="5864949" y="3168248"/>
              <a:ext cx="596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4" name="View.ISO.Edge.BearingBlock_edge_10_segment_18_interval_7_Silhouette.1"/>
            <p:cNvSpPr/>
            <p:nvPr/>
          </p:nvSpPr>
          <p:spPr>
            <a:xfrm flipV="1">
              <a:off x="5865545" y="3168185"/>
              <a:ext cx="66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5" name="View.ISO.Edge.BearingBlock_edge_10_segment_18_interval_8_Silhouette.1"/>
            <p:cNvSpPr/>
            <p:nvPr/>
          </p:nvSpPr>
          <p:spPr>
            <a:xfrm flipV="1">
              <a:off x="5865611" y="3167585"/>
              <a:ext cx="622" cy="5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6" name="View.ISO.Edge.BearingBlock_edge_10_segment_18_interval_9_Silhouette.1"/>
            <p:cNvSpPr/>
            <p:nvPr/>
          </p:nvSpPr>
          <p:spPr>
            <a:xfrm flipV="1">
              <a:off x="5866233" y="3167547"/>
              <a:ext cx="40" cy="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7" name="View.ISO.Edge.BearingBlock_edge_10_segment_18_interval_10_Silhouette.1"/>
            <p:cNvSpPr/>
            <p:nvPr/>
          </p:nvSpPr>
          <p:spPr>
            <a:xfrm flipV="1">
              <a:off x="5866273" y="3167170"/>
              <a:ext cx="391" cy="3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8" name="View.ISO.Edge.BearingBlock_edge_10_segment_18_interval_11_Silhouette.1"/>
            <p:cNvSpPr/>
            <p:nvPr/>
          </p:nvSpPr>
          <p:spPr>
            <a:xfrm flipV="1">
              <a:off x="5866664" y="3166923"/>
              <a:ext cx="257" cy="2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9" name="View.ISO.Edge.BearingBlock_edge_10_segment_18_interval_12_Silhouette.1"/>
            <p:cNvSpPr/>
            <p:nvPr/>
          </p:nvSpPr>
          <p:spPr>
            <a:xfrm flipV="1">
              <a:off x="5866921" y="316690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0" name="View.ISO.Edge.BearingBlock_edge_10_segment_18_interval_13_Silhouette.1"/>
            <p:cNvSpPr/>
            <p:nvPr/>
          </p:nvSpPr>
          <p:spPr>
            <a:xfrm flipV="1">
              <a:off x="5866935" y="3166559"/>
              <a:ext cx="364" cy="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1" name="View.ISO.Edge.BearingBlock_edge_10_segment_18_interval_14_Silhouette.1"/>
            <p:cNvSpPr/>
            <p:nvPr/>
          </p:nvSpPr>
          <p:spPr>
            <a:xfrm flipV="1">
              <a:off x="5867298" y="3166350"/>
              <a:ext cx="217" cy="2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2" name="View.ISO.Edge.BearingBlock_edge_10_segment_18_interval_15_Silhouette.1"/>
            <p:cNvSpPr/>
            <p:nvPr/>
          </p:nvSpPr>
          <p:spPr>
            <a:xfrm flipV="1">
              <a:off x="5867516" y="316634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3" name="View.ISO.Edge.BearingBlock_edge_10_segment_18_interval_16_Silhouette.1"/>
            <p:cNvSpPr/>
            <p:nvPr/>
          </p:nvSpPr>
          <p:spPr>
            <a:xfrm flipV="1">
              <a:off x="5867526" y="3166260"/>
              <a:ext cx="84" cy="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4" name="View.ISO.Edge.BearingBlock_edge_10_segment_18_interval_17_Silhouette.1"/>
            <p:cNvSpPr/>
            <p:nvPr/>
          </p:nvSpPr>
          <p:spPr>
            <a:xfrm flipV="1">
              <a:off x="5867609" y="3166167"/>
              <a:ext cx="97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5" name="View.ISO.Edge.BearingBlock_edge_10_segment_18_interval_18_Silhouette.1"/>
            <p:cNvSpPr/>
            <p:nvPr/>
          </p:nvSpPr>
          <p:spPr>
            <a:xfrm flipV="1">
              <a:off x="5867706" y="3165886"/>
              <a:ext cx="292" cy="2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6" name="View.ISO.Edge.BearingBlock_edge_10_segment_18_interval_19_Silhouette.1"/>
            <p:cNvSpPr/>
            <p:nvPr/>
          </p:nvSpPr>
          <p:spPr>
            <a:xfrm flipV="1">
              <a:off x="5867998" y="316585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7" name="View.ISO.Edge.BearingBlock_edge_10_segment_18_interval_20_Silhouette.1"/>
            <p:cNvSpPr/>
            <p:nvPr/>
          </p:nvSpPr>
          <p:spPr>
            <a:xfrm flipV="1">
              <a:off x="5868029" y="3165422"/>
              <a:ext cx="450" cy="4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8" name="View.ISO.Edge.BearingBlock_edge_10_segment_18_interval_21_Silhouette.1"/>
            <p:cNvSpPr/>
            <p:nvPr/>
          </p:nvSpPr>
          <p:spPr>
            <a:xfrm flipV="1">
              <a:off x="5868479" y="3165370"/>
              <a:ext cx="54" cy="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9" name="View.ISO.Edge.BearingBlock_edge_10_segment_18_interval_22_Silhouette.1"/>
            <p:cNvSpPr/>
            <p:nvPr/>
          </p:nvSpPr>
          <p:spPr>
            <a:xfrm flipV="1">
              <a:off x="5868533" y="3164957"/>
              <a:ext cx="428" cy="4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0" name="View.ISO.Edge.BearingBlock_edge_10_segment_18_interval_23_Silhouette.1"/>
            <p:cNvSpPr/>
            <p:nvPr/>
          </p:nvSpPr>
          <p:spPr>
            <a:xfrm flipV="1">
              <a:off x="5868961" y="3164885"/>
              <a:ext cx="75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1" name="View.ISO.Edge.BearingBlock_edge_10_segment_18_interval_24_Silhouette.1"/>
            <p:cNvSpPr/>
            <p:nvPr/>
          </p:nvSpPr>
          <p:spPr>
            <a:xfrm flipV="1">
              <a:off x="5869037" y="316485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2" name="View.ISO.Edge.BearingBlock_edge_10_segment_19_interval_0_Silhouette.1"/>
            <p:cNvSpPr/>
            <p:nvPr/>
          </p:nvSpPr>
          <p:spPr>
            <a:xfrm flipV="1">
              <a:off x="5869067" y="3164442"/>
              <a:ext cx="339" cy="4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3" name="View.ISO.Edge.BearingBlock_edge_10_segment_19_interval_1_Silhouette.1"/>
            <p:cNvSpPr/>
            <p:nvPr/>
          </p:nvSpPr>
          <p:spPr>
            <a:xfrm flipV="1">
              <a:off x="5869406" y="3164337"/>
              <a:ext cx="86" cy="1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4" name="View.ISO.Edge.BearingBlock_edge_10_segment_19_interval_2_Silhouette.1"/>
            <p:cNvSpPr/>
            <p:nvPr/>
          </p:nvSpPr>
          <p:spPr>
            <a:xfrm flipV="1">
              <a:off x="5869492" y="3163911"/>
              <a:ext cx="349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5" name="View.ISO.Edge.BearingBlock_edge_10_segment_19_interval_3_Silhouette.1"/>
            <p:cNvSpPr/>
            <p:nvPr/>
          </p:nvSpPr>
          <p:spPr>
            <a:xfrm flipV="1">
              <a:off x="5869840" y="3163785"/>
              <a:ext cx="103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6" name="View.ISO.Edge.BearingBlock_edge_10_segment_19_interval_4_Silhouette.1"/>
            <p:cNvSpPr/>
            <p:nvPr/>
          </p:nvSpPr>
          <p:spPr>
            <a:xfrm flipV="1">
              <a:off x="5869944" y="3163381"/>
              <a:ext cx="331" cy="4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7" name="View.ISO.Edge.BearingBlock_edge_10_segment_19_interval_5_Silhouette.1"/>
            <p:cNvSpPr/>
            <p:nvPr/>
          </p:nvSpPr>
          <p:spPr>
            <a:xfrm flipV="1">
              <a:off x="5870275" y="3163233"/>
              <a:ext cx="121" cy="1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8" name="View.ISO.Edge.BearingBlock_edge_10_segment_19_interval_6_Silhouette.1"/>
            <p:cNvSpPr/>
            <p:nvPr/>
          </p:nvSpPr>
          <p:spPr>
            <a:xfrm flipV="1">
              <a:off x="5870396" y="3162851"/>
              <a:ext cx="313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9" name="View.ISO.Edge.BearingBlock_edge_10_segment_19_interval_7_Silhouette.1"/>
            <p:cNvSpPr/>
            <p:nvPr/>
          </p:nvSpPr>
          <p:spPr>
            <a:xfrm flipV="1">
              <a:off x="5870709" y="3162682"/>
              <a:ext cx="139" cy="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0" name="View.ISO.Edge.BearingBlock_edge_10_segment_19_interval_8_Silhouette.1"/>
            <p:cNvSpPr/>
            <p:nvPr/>
          </p:nvSpPr>
          <p:spPr>
            <a:xfrm flipV="1">
              <a:off x="5870848" y="3162321"/>
              <a:ext cx="296" cy="3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1" name="View.ISO.Edge.BearingBlock_edge_10_segment_19_interval_9_Silhouette.1"/>
            <p:cNvSpPr/>
            <p:nvPr/>
          </p:nvSpPr>
          <p:spPr>
            <a:xfrm flipV="1">
              <a:off x="5871144" y="3162130"/>
              <a:ext cx="156" cy="1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2" name="View.ISO.Edge.BearingBlock_edge_10_segment_19_interval_10_Silhouette.1"/>
            <p:cNvSpPr/>
            <p:nvPr/>
          </p:nvSpPr>
          <p:spPr>
            <a:xfrm flipV="1">
              <a:off x="5871300" y="3161790"/>
              <a:ext cx="278" cy="3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3" name="View.ISO.Edge.BearingBlock_edge_10_segment_19_interval_11_Silhouette.1"/>
            <p:cNvSpPr/>
            <p:nvPr/>
          </p:nvSpPr>
          <p:spPr>
            <a:xfrm flipV="1">
              <a:off x="5871578" y="3161578"/>
              <a:ext cx="174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4" name="View.ISO.Edge.BearingBlock_edge_10_segment_19_interval_12_Silhouette.1"/>
            <p:cNvSpPr/>
            <p:nvPr/>
          </p:nvSpPr>
          <p:spPr>
            <a:xfrm flipV="1">
              <a:off x="5871752" y="3161275"/>
              <a:ext cx="249" cy="3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5" name="View.ISO.Edge.BearingBlock_edge_10_segment_19_interval_13_Silhouette.1"/>
            <p:cNvSpPr/>
            <p:nvPr/>
          </p:nvSpPr>
          <p:spPr>
            <a:xfrm flipV="1">
              <a:off x="5872001" y="316126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6" name="View.ISO.Edge.BearingBlock_edge_10_segment_19_interval_14_Silhouette.1"/>
            <p:cNvSpPr/>
            <p:nvPr/>
          </p:nvSpPr>
          <p:spPr>
            <a:xfrm flipV="1">
              <a:off x="5872012" y="3161026"/>
              <a:ext cx="192" cy="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7" name="View.ISO.Edge.BearingBlock_edge_10_segment_19_interval_15_Silhouette.1"/>
            <p:cNvSpPr/>
            <p:nvPr/>
          </p:nvSpPr>
          <p:spPr>
            <a:xfrm flipV="1">
              <a:off x="5872204" y="3160730"/>
              <a:ext cx="243" cy="2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8" name="View.ISO.Edge.BearingBlock_edge_10_segment_19_interval_16_Silhouette.1"/>
            <p:cNvSpPr/>
            <p:nvPr/>
          </p:nvSpPr>
          <p:spPr>
            <a:xfrm flipV="1">
              <a:off x="5872447" y="3160474"/>
              <a:ext cx="209" cy="2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9" name="View.ISO.Edge.BearingBlock_edge_10_segment_19_interval_17_Silhouette.1"/>
            <p:cNvSpPr/>
            <p:nvPr/>
          </p:nvSpPr>
          <p:spPr>
            <a:xfrm flipV="1">
              <a:off x="5872656" y="3160200"/>
              <a:ext cx="225" cy="2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0" name="View.ISO.Edge.BearingBlock_edge_10_segment_19_interval_18_Silhouette.1"/>
            <p:cNvSpPr/>
            <p:nvPr/>
          </p:nvSpPr>
          <p:spPr>
            <a:xfrm flipV="1">
              <a:off x="5872881" y="3159923"/>
              <a:ext cx="227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1" name="View.ISO.Edge.BearingBlock_edge_10_segment_19_interval_19_Silhouette.1"/>
            <p:cNvSpPr/>
            <p:nvPr/>
          </p:nvSpPr>
          <p:spPr>
            <a:xfrm flipV="1">
              <a:off x="5873108" y="3159669"/>
              <a:ext cx="207" cy="2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2" name="View.ISO.Edge.BearingBlock_edge_10_segment_19_interval_20_Silhouette.1"/>
            <p:cNvSpPr/>
            <p:nvPr/>
          </p:nvSpPr>
          <p:spPr>
            <a:xfrm flipV="1">
              <a:off x="5873316" y="3159371"/>
              <a:ext cx="245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3" name="View.ISO.Edge.BearingBlock_edge_10_segment_19_interval_21_Silhouette.1"/>
            <p:cNvSpPr/>
            <p:nvPr/>
          </p:nvSpPr>
          <p:spPr>
            <a:xfrm flipV="1">
              <a:off x="5873560" y="3159156"/>
              <a:ext cx="176" cy="2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4" name="View.ISO.Edge.BearingBlock_edge_10_segment_20_interval_0_Silhouette.1"/>
            <p:cNvSpPr/>
            <p:nvPr/>
          </p:nvSpPr>
          <p:spPr>
            <a:xfrm flipV="1">
              <a:off x="5873736" y="31591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5" name="View.ISO.Edge.BearingBlock_edge_10_segment_20_interval_1_Silhouette.1"/>
            <p:cNvSpPr/>
            <p:nvPr/>
          </p:nvSpPr>
          <p:spPr>
            <a:xfrm flipV="1">
              <a:off x="5873748" y="3158771"/>
              <a:ext cx="227" cy="3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6" name="View.ISO.Edge.BearingBlock_edge_10_segment_20_interval_2_Silhouette.1"/>
            <p:cNvSpPr/>
            <p:nvPr/>
          </p:nvSpPr>
          <p:spPr>
            <a:xfrm flipV="1">
              <a:off x="5873975" y="3158527"/>
              <a:ext cx="151" cy="2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7" name="View.ISO.Edge.BearingBlock_edge_10_segment_20_interval_3_Silhouette.1"/>
            <p:cNvSpPr/>
            <p:nvPr/>
          </p:nvSpPr>
          <p:spPr>
            <a:xfrm flipV="1">
              <a:off x="5874126" y="3158140"/>
              <a:ext cx="240" cy="3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8" name="View.ISO.Edge.BearingBlock_edge_10_segment_20_interval_4_Silhouette.1"/>
            <p:cNvSpPr/>
            <p:nvPr/>
          </p:nvSpPr>
          <p:spPr>
            <a:xfrm flipV="1">
              <a:off x="5874366" y="3157918"/>
              <a:ext cx="138" cy="2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9" name="View.ISO.Edge.BearingBlock_edge_10_segment_20_interval_5_Silhouette.1"/>
            <p:cNvSpPr/>
            <p:nvPr/>
          </p:nvSpPr>
          <p:spPr>
            <a:xfrm flipV="1">
              <a:off x="5874503" y="3157509"/>
              <a:ext cx="253" cy="4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0" name="View.ISO.Edge.BearingBlock_edge_10_segment_20_interval_6_Silhouette.1"/>
            <p:cNvSpPr/>
            <p:nvPr/>
          </p:nvSpPr>
          <p:spPr>
            <a:xfrm flipV="1">
              <a:off x="5874757" y="3157309"/>
              <a:ext cx="124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1" name="View.ISO.Edge.BearingBlock_edge_10_segment_20_interval_7_Silhouette.1"/>
            <p:cNvSpPr/>
            <p:nvPr/>
          </p:nvSpPr>
          <p:spPr>
            <a:xfrm flipV="1">
              <a:off x="5874881" y="3156949"/>
              <a:ext cx="223" cy="3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2" name="View.ISO.Edge.BearingBlock_edge_10_segment_20_interval_8_Silhouette.1"/>
            <p:cNvSpPr/>
            <p:nvPr/>
          </p:nvSpPr>
          <p:spPr>
            <a:xfrm flipV="1">
              <a:off x="5875104" y="3156878"/>
              <a:ext cx="44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3" name="View.ISO.Edge.BearingBlock_edge_10_segment_20_interval_9_Silhouette.1"/>
            <p:cNvSpPr/>
            <p:nvPr/>
          </p:nvSpPr>
          <p:spPr>
            <a:xfrm flipV="1">
              <a:off x="5875148" y="3156699"/>
              <a:ext cx="111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4" name="View.ISO.Edge.BearingBlock_edge_10_segment_20_interval_10_Silhouette.1"/>
            <p:cNvSpPr/>
            <p:nvPr/>
          </p:nvSpPr>
          <p:spPr>
            <a:xfrm flipV="1">
              <a:off x="5875259" y="3156248"/>
              <a:ext cx="280" cy="4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5" name="View.ISO.Edge.BearingBlock_edge_10_segment_20_interval_11_Silhouette.1"/>
            <p:cNvSpPr/>
            <p:nvPr/>
          </p:nvSpPr>
          <p:spPr>
            <a:xfrm flipV="1">
              <a:off x="5875539" y="3156090"/>
              <a:ext cx="98" cy="1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6" name="View.ISO.Edge.BearingBlock_edge_10_segment_20_interval_12_Silhouette.1"/>
            <p:cNvSpPr/>
            <p:nvPr/>
          </p:nvSpPr>
          <p:spPr>
            <a:xfrm flipV="1">
              <a:off x="5875636" y="3155617"/>
              <a:ext cx="293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7" name="View.ISO.Edge.BearingBlock_edge_10_segment_20_interval_13_Silhouette.1"/>
            <p:cNvSpPr/>
            <p:nvPr/>
          </p:nvSpPr>
          <p:spPr>
            <a:xfrm flipV="1">
              <a:off x="5875930" y="3155481"/>
              <a:ext cx="84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8" name="View.ISO.Edge.BearingBlock_edge_10_segment_20_interval_14_Silhouette.1"/>
            <p:cNvSpPr/>
            <p:nvPr/>
          </p:nvSpPr>
          <p:spPr>
            <a:xfrm flipV="1">
              <a:off x="5876014" y="3155253"/>
              <a:ext cx="141" cy="2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9" name="View.ISO.Edge.BearingBlock_edge_10_segment_20_interval_15_Silhouette.1"/>
            <p:cNvSpPr/>
            <p:nvPr/>
          </p:nvSpPr>
          <p:spPr>
            <a:xfrm flipV="1">
              <a:off x="5876155" y="3154986"/>
              <a:ext cx="165" cy="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0" name="View.ISO.Edge.BearingBlock_edge_10_segment_20_interval_16_Silhouette.1"/>
            <p:cNvSpPr/>
            <p:nvPr/>
          </p:nvSpPr>
          <p:spPr>
            <a:xfrm flipV="1">
              <a:off x="5876320" y="3154871"/>
              <a:ext cx="71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1" name="View.ISO.Edge.BearingBlock_edge_10_segment_20_interval_17_Silhouette.1"/>
            <p:cNvSpPr/>
            <p:nvPr/>
          </p:nvSpPr>
          <p:spPr>
            <a:xfrm flipV="1">
              <a:off x="5876392" y="3154355"/>
              <a:ext cx="320" cy="5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2" name="View.ISO.Edge.BearingBlock_edge_10_segment_20_interval_18_Silhouette.1"/>
            <p:cNvSpPr/>
            <p:nvPr/>
          </p:nvSpPr>
          <p:spPr>
            <a:xfrm flipV="1">
              <a:off x="5876711" y="3154262"/>
              <a:ext cx="58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3" name="View.ISO.Edge.BearingBlock_edge_10_segment_20_interval_19_Silhouette.1"/>
            <p:cNvSpPr/>
            <p:nvPr/>
          </p:nvSpPr>
          <p:spPr>
            <a:xfrm flipV="1">
              <a:off x="5876769" y="3153724"/>
              <a:ext cx="333" cy="5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4" name="View.ISO.Edge.BearingBlock_edge_10_segment_20_interval_20_Silhouette.1"/>
            <p:cNvSpPr/>
            <p:nvPr/>
          </p:nvSpPr>
          <p:spPr>
            <a:xfrm flipV="1">
              <a:off x="5877102" y="3153652"/>
              <a:ext cx="45" cy="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5" name="View.ISO.Edge.BearingBlock_edge_10_segment_20_interval_21_Silhouette.1"/>
            <p:cNvSpPr/>
            <p:nvPr/>
          </p:nvSpPr>
          <p:spPr>
            <a:xfrm flipV="1">
              <a:off x="5877147" y="3153219"/>
              <a:ext cx="268" cy="4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6" name="View.ISO.Edge.BearingBlock_edge_10_segment_21_interval_0_Silhouette.1"/>
            <p:cNvSpPr/>
            <p:nvPr/>
          </p:nvSpPr>
          <p:spPr>
            <a:xfrm flipV="1">
              <a:off x="5877415" y="3153074"/>
              <a:ext cx="63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7" name="View.ISO.Edge.BearingBlock_edge_10_segment_21_interval_1_Silhouette.1"/>
            <p:cNvSpPr/>
            <p:nvPr/>
          </p:nvSpPr>
          <p:spPr>
            <a:xfrm flipV="1">
              <a:off x="5877478" y="3153015"/>
              <a:ext cx="36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8" name="View.ISO.Edge.BearingBlock_edge_10_segment_21_interval_2_Silhouette.1"/>
            <p:cNvSpPr/>
            <p:nvPr/>
          </p:nvSpPr>
          <p:spPr>
            <a:xfrm flipV="1">
              <a:off x="5877504" y="3152346"/>
              <a:ext cx="290" cy="6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9" name="View.ISO.Edge.BearingBlock_edge_10_segment_21_interval_3_Silhouette.1"/>
            <p:cNvSpPr/>
            <p:nvPr/>
          </p:nvSpPr>
          <p:spPr>
            <a:xfrm flipV="1">
              <a:off x="5877794" y="3152307"/>
              <a:ext cx="36" cy="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0" name="View.ISO.Edge.BearingBlock_edge_10_segment_21_interval_4_Silhouette.1"/>
            <p:cNvSpPr/>
            <p:nvPr/>
          </p:nvSpPr>
          <p:spPr>
            <a:xfrm flipV="1">
              <a:off x="5877811" y="3151631"/>
              <a:ext cx="293" cy="6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1" name="View.ISO.Edge.BearingBlock_edge_10_segment_21_interval_5_Silhouette.1"/>
            <p:cNvSpPr/>
            <p:nvPr/>
          </p:nvSpPr>
          <p:spPr>
            <a:xfrm flipV="1">
              <a:off x="5878105" y="315161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2" name="View.ISO.Edge.BearingBlock_edge_10_segment_21_interval_6_Silhouette.1"/>
            <p:cNvSpPr/>
            <p:nvPr/>
          </p:nvSpPr>
          <p:spPr>
            <a:xfrm flipV="1">
              <a:off x="5878110" y="315159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3" name="View.ISO.Edge.BearingBlock_edge_10_segment_21_interval_7_Silhouette.1"/>
            <p:cNvSpPr/>
            <p:nvPr/>
          </p:nvSpPr>
          <p:spPr>
            <a:xfrm flipV="1">
              <a:off x="5878118" y="3150915"/>
              <a:ext cx="297" cy="6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4" name="View.ISO.Edge.BearingBlock_edge_10_segment_21_interval_8_Silhouette.1"/>
            <p:cNvSpPr/>
            <p:nvPr/>
          </p:nvSpPr>
          <p:spPr>
            <a:xfrm flipV="1">
              <a:off x="5878415" y="31509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5" name="View.ISO.Edge.BearingBlock_edge_10_segment_21_interval_9_Silhouette.1"/>
            <p:cNvSpPr/>
            <p:nvPr/>
          </p:nvSpPr>
          <p:spPr>
            <a:xfrm flipV="1">
              <a:off x="5878421" y="315090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6" name="View.ISO.Edge.BearingBlock_edge_10_segment_21_interval_10_Silhouette.1"/>
            <p:cNvSpPr/>
            <p:nvPr/>
          </p:nvSpPr>
          <p:spPr>
            <a:xfrm flipV="1">
              <a:off x="5878421" y="3150601"/>
              <a:ext cx="130" cy="3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7" name="View.ISO.Edge.BearingBlock_edge_10_segment_21_interval_11_Silhouette.1"/>
            <p:cNvSpPr/>
            <p:nvPr/>
          </p:nvSpPr>
          <p:spPr>
            <a:xfrm flipV="1">
              <a:off x="5878551" y="3150548"/>
              <a:ext cx="36" cy="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8" name="View.ISO.Edge.BearingBlock_edge_10_segment_21_interval_12_Silhouette.1"/>
            <p:cNvSpPr/>
            <p:nvPr/>
          </p:nvSpPr>
          <p:spPr>
            <a:xfrm flipV="1">
              <a:off x="5878574" y="315053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9" name="View.ISO.Edge.BearingBlock_edge_10_segment_21_interval_13_Silhouette.1"/>
            <p:cNvSpPr/>
            <p:nvPr/>
          </p:nvSpPr>
          <p:spPr>
            <a:xfrm flipV="1">
              <a:off x="5878580" y="31505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0" name="View.ISO.Edge.BearingBlock_edge_10_segment_21_interval_14_Silhouette.1"/>
            <p:cNvSpPr/>
            <p:nvPr/>
          </p:nvSpPr>
          <p:spPr>
            <a:xfrm flipV="1">
              <a:off x="5878591" y="315049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1" name="View.ISO.Edge.BearingBlock_edge_10_segment_21_interval_15_Silhouette.1"/>
            <p:cNvSpPr/>
            <p:nvPr/>
          </p:nvSpPr>
          <p:spPr>
            <a:xfrm flipV="1">
              <a:off x="5878599" y="3150119"/>
              <a:ext cx="162" cy="3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2" name="View.ISO.Edge.BearingBlock_edge_10_segment_21_interval_16_Silhouette.1"/>
            <p:cNvSpPr/>
            <p:nvPr/>
          </p:nvSpPr>
          <p:spPr>
            <a:xfrm flipV="1">
              <a:off x="5878760" y="3150082"/>
              <a:ext cx="36" cy="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3" name="View.ISO.Edge.BearingBlock_edge_10_segment_21_interval_17_Silhouette.1"/>
            <p:cNvSpPr/>
            <p:nvPr/>
          </p:nvSpPr>
          <p:spPr>
            <a:xfrm flipV="1">
              <a:off x="5878777" y="3149728"/>
              <a:ext cx="154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4" name="View.ISO.Edge.BearingBlock_edge_10_segment_21_interval_18_Silhouette.1"/>
            <p:cNvSpPr/>
            <p:nvPr/>
          </p:nvSpPr>
          <p:spPr>
            <a:xfrm flipV="1">
              <a:off x="5878930" y="3149672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5" name="View.ISO.Edge.BearingBlock_edge_10_segment_21_interval_19_Silhouette.1"/>
            <p:cNvSpPr/>
            <p:nvPr/>
          </p:nvSpPr>
          <p:spPr>
            <a:xfrm flipV="1">
              <a:off x="5878954" y="3149343"/>
              <a:ext cx="143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6" name="View.ISO.Edge.BearingBlock_edge_10_segment_21_interval_20_Silhouette.1"/>
            <p:cNvSpPr/>
            <p:nvPr/>
          </p:nvSpPr>
          <p:spPr>
            <a:xfrm flipV="1">
              <a:off x="5879097" y="31493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7" name="View.ISO.Edge.BearingBlock_edge_10_segment_21_interval_21_Silhouette.1"/>
            <p:cNvSpPr/>
            <p:nvPr/>
          </p:nvSpPr>
          <p:spPr>
            <a:xfrm flipV="1">
              <a:off x="5879100" y="3149263"/>
              <a:ext cx="36" cy="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8" name="View.ISO.Edge.BearingBlock_edge_10_segment_21_interval_22_Silhouette.1"/>
            <p:cNvSpPr/>
            <p:nvPr/>
          </p:nvSpPr>
          <p:spPr>
            <a:xfrm flipV="1">
              <a:off x="5879132" y="3149078"/>
              <a:ext cx="80" cy="1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9" name="View.ISO.Edge.BearingBlock_edge_10_segment_21_interval_23_Silhouette.1"/>
            <p:cNvSpPr/>
            <p:nvPr/>
          </p:nvSpPr>
          <p:spPr>
            <a:xfrm flipV="1">
              <a:off x="5879212" y="3148945"/>
              <a:ext cx="58" cy="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0" name="View.ISO.Edge.BearingBlock_edge_10_segment_21_interval_24_Silhouette.1"/>
            <p:cNvSpPr/>
            <p:nvPr/>
          </p:nvSpPr>
          <p:spPr>
            <a:xfrm flipV="1">
              <a:off x="5879270" y="3148853"/>
              <a:ext cx="40" cy="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1" name="View.ISO.Edge.BearingBlock_edge_10_segment_21_interval_25_Silhouette.1"/>
            <p:cNvSpPr/>
            <p:nvPr/>
          </p:nvSpPr>
          <p:spPr>
            <a:xfrm flipV="1">
              <a:off x="5879310" y="3148554"/>
              <a:ext cx="130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2" name="View.ISO.Edge.BearingBlock_edge_10_segment_21_interval_26_Silhouette.1"/>
            <p:cNvSpPr/>
            <p:nvPr/>
          </p:nvSpPr>
          <p:spPr>
            <a:xfrm flipV="1">
              <a:off x="5879439" y="3148444"/>
              <a:ext cx="48" cy="1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3" name="View.ISO.Edge.BearingBlock_edge_10_segment_21_interval_27_Silhouette.1"/>
            <p:cNvSpPr/>
            <p:nvPr/>
          </p:nvSpPr>
          <p:spPr>
            <a:xfrm flipV="1">
              <a:off x="5879487" y="3148163"/>
              <a:ext cx="122" cy="2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4" name="View.ISO.Edge.BearingBlock_edge_10_segment_21_interval_28_Silhouette.1"/>
            <p:cNvSpPr/>
            <p:nvPr/>
          </p:nvSpPr>
          <p:spPr>
            <a:xfrm flipV="1">
              <a:off x="5879609" y="3148085"/>
              <a:ext cx="36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5" name="View.ISO.Edge.BearingBlock_edge_10_segment_21_interval_29_Silhouette.1"/>
            <p:cNvSpPr/>
            <p:nvPr/>
          </p:nvSpPr>
          <p:spPr>
            <a:xfrm flipV="1">
              <a:off x="5879643" y="3148034"/>
              <a:ext cx="36" cy="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6" name="View.ISO.Edge.BearingBlock_edge_10_segment_21_interval_30_Silhouette.1"/>
            <p:cNvSpPr/>
            <p:nvPr/>
          </p:nvSpPr>
          <p:spPr>
            <a:xfrm flipV="1">
              <a:off x="5879665" y="3147772"/>
              <a:ext cx="114" cy="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7" name="View.ISO.Edge.BearingBlock_edge_10_segment_21_interval_31_Silhouette.1"/>
            <p:cNvSpPr/>
            <p:nvPr/>
          </p:nvSpPr>
          <p:spPr>
            <a:xfrm flipV="1">
              <a:off x="5879779" y="3147624"/>
              <a:ext cx="64" cy="1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8" name="View.ISO.Edge.BearingBlock_edge_10_segment_21_interval_32_Silhouette.1"/>
            <p:cNvSpPr/>
            <p:nvPr/>
          </p:nvSpPr>
          <p:spPr>
            <a:xfrm flipV="1">
              <a:off x="5879843" y="314760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9" name="View.ISO.Edge.BearingBlock_edge_10_segment_21_interval_33_Silhouette.1"/>
            <p:cNvSpPr/>
            <p:nvPr/>
          </p:nvSpPr>
          <p:spPr>
            <a:xfrm flipV="1">
              <a:off x="5879850" y="3147380"/>
              <a:ext cx="99" cy="2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0" name="View.ISO.Edge.BearingBlock_edge_10_segment_21_interval_34_Silhouette.1"/>
            <p:cNvSpPr/>
            <p:nvPr/>
          </p:nvSpPr>
          <p:spPr>
            <a:xfrm flipV="1">
              <a:off x="5879949" y="3147215"/>
              <a:ext cx="72" cy="1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1" name="View.ISO.Edge.BearingBlock_edge_10_segment_21_interval_35_Silhouette.1"/>
            <p:cNvSpPr/>
            <p:nvPr/>
          </p:nvSpPr>
          <p:spPr>
            <a:xfrm flipV="1">
              <a:off x="5880021" y="3147103"/>
              <a:ext cx="48" cy="1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2" name="View.ISO.Edge.BearingBlock_edge_10_segment_22_interval_0_Silhouette.1"/>
            <p:cNvSpPr/>
            <p:nvPr/>
          </p:nvSpPr>
          <p:spPr>
            <a:xfrm flipV="1">
              <a:off x="5880069" y="3146947"/>
              <a:ext cx="40" cy="1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3" name="View.ISO.Edge.BearingBlock_edge_10_segment_22_interval_1_Silhouette.1"/>
            <p:cNvSpPr/>
            <p:nvPr/>
          </p:nvSpPr>
          <p:spPr>
            <a:xfrm flipV="1">
              <a:off x="5880109" y="3146700"/>
              <a:ext cx="64" cy="2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4" name="View.ISO.Edge.BearingBlock_edge_10_segment_22_interval_2_Silhouette.1"/>
            <p:cNvSpPr/>
            <p:nvPr/>
          </p:nvSpPr>
          <p:spPr>
            <a:xfrm flipV="1">
              <a:off x="5880172" y="3146413"/>
              <a:ext cx="74" cy="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5" name="View.ISO.Edge.BearingBlock_edge_10_segment_22_interval_3_Silhouette.1"/>
            <p:cNvSpPr/>
            <p:nvPr/>
          </p:nvSpPr>
          <p:spPr>
            <a:xfrm flipV="1">
              <a:off x="5880246" y="3146146"/>
              <a:ext cx="69" cy="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6" name="View.ISO.Edge.BearingBlock_edge_10_segment_22_interval_4_Silhouette.1"/>
            <p:cNvSpPr/>
            <p:nvPr/>
          </p:nvSpPr>
          <p:spPr>
            <a:xfrm flipV="1">
              <a:off x="5880315" y="3145879"/>
              <a:ext cx="68" cy="2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7" name="View.ISO.Edge.BearingBlock_edge_10_segment_22_interval_5_Silhouette.1"/>
            <p:cNvSpPr/>
            <p:nvPr/>
          </p:nvSpPr>
          <p:spPr>
            <a:xfrm flipV="1">
              <a:off x="5880383" y="3145592"/>
              <a:ext cx="74" cy="2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8" name="View.ISO.Edge.BearingBlock_edge_10_segment_22_interval_6_Silhouette.1"/>
            <p:cNvSpPr/>
            <p:nvPr/>
          </p:nvSpPr>
          <p:spPr>
            <a:xfrm flipV="1">
              <a:off x="5880457" y="3145345"/>
              <a:ext cx="63" cy="2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9" name="View.ISO.Edge.BearingBlock_edge_10_segment_22_interval_7_Silhouette.1"/>
            <p:cNvSpPr/>
            <p:nvPr/>
          </p:nvSpPr>
          <p:spPr>
            <a:xfrm flipV="1">
              <a:off x="5880520" y="3145130"/>
              <a:ext cx="55" cy="2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0" name="View.ISO.Edge.BearingBlock_edge_10_segment_22_interval_8_Silhouette.1"/>
            <p:cNvSpPr/>
            <p:nvPr/>
          </p:nvSpPr>
          <p:spPr>
            <a:xfrm flipV="1">
              <a:off x="5880576" y="3145038"/>
              <a:ext cx="36" cy="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1" name="View.ISO.Edge.BearingBlock_edge_10_segment_22_interval_9_Silhouette.1"/>
            <p:cNvSpPr/>
            <p:nvPr/>
          </p:nvSpPr>
          <p:spPr>
            <a:xfrm flipV="1">
              <a:off x="5880600" y="3144811"/>
              <a:ext cx="58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2" name="View.ISO.Edge.BearingBlock_edge_10_segment_22_interval_10_Silhouette.1"/>
            <p:cNvSpPr/>
            <p:nvPr/>
          </p:nvSpPr>
          <p:spPr>
            <a:xfrm flipV="1">
              <a:off x="5880658" y="3144484"/>
              <a:ext cx="84" cy="3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3" name="View.ISO.Edge.BearingBlock_edge_10_segment_22_interval_11_Silhouette.1"/>
            <p:cNvSpPr/>
            <p:nvPr/>
          </p:nvSpPr>
          <p:spPr>
            <a:xfrm flipV="1">
              <a:off x="5880742" y="3144277"/>
              <a:ext cx="53" cy="2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4" name="View.ISO.Edge.BearingBlock_edge_10_segment_22_interval_12_Silhouette.1"/>
            <p:cNvSpPr/>
            <p:nvPr/>
          </p:nvSpPr>
          <p:spPr>
            <a:xfrm flipV="1">
              <a:off x="5880795" y="3143929"/>
              <a:ext cx="89" cy="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5" name="View.ISO.Edge.BearingBlock_edge_10_segment_22_interval_13_Silhouette.1"/>
            <p:cNvSpPr/>
            <p:nvPr/>
          </p:nvSpPr>
          <p:spPr>
            <a:xfrm flipV="1">
              <a:off x="5880884" y="3143743"/>
              <a:ext cx="48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6" name="View.ISO.Edge.BearingBlock_edge_10_segment_22_interval_14_Silhouette.1"/>
            <p:cNvSpPr/>
            <p:nvPr/>
          </p:nvSpPr>
          <p:spPr>
            <a:xfrm flipV="1">
              <a:off x="5880932" y="3143375"/>
              <a:ext cx="94" cy="3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7" name="View.ISO.Edge.BearingBlock_edge_10_segment_22_interval_15_Silhouette.1"/>
            <p:cNvSpPr/>
            <p:nvPr/>
          </p:nvSpPr>
          <p:spPr>
            <a:xfrm flipV="1">
              <a:off x="5881027" y="3143209"/>
              <a:ext cx="43" cy="1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8" name="View.ISO.Edge.BearingBlock_edge_10_segment_22_interval_16_Silhouette.1"/>
            <p:cNvSpPr/>
            <p:nvPr/>
          </p:nvSpPr>
          <p:spPr>
            <a:xfrm flipV="1">
              <a:off x="5881069" y="3142821"/>
              <a:ext cx="100" cy="3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9" name="View.ISO.Edge.BearingBlock_edge_10_segment_22_interval_17_Silhouette.1"/>
            <p:cNvSpPr/>
            <p:nvPr/>
          </p:nvSpPr>
          <p:spPr>
            <a:xfrm flipV="1">
              <a:off x="5881169" y="3142675"/>
              <a:ext cx="38" cy="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0" name="View.ISO.Edge.BearingBlock_edge_10_segment_22_interval_18_Silhouette.1"/>
            <p:cNvSpPr/>
            <p:nvPr/>
          </p:nvSpPr>
          <p:spPr>
            <a:xfrm flipV="1">
              <a:off x="5881207" y="3142267"/>
              <a:ext cx="105" cy="4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1" name="View.ISO.Edge.BearingBlock_edge_10_segment_22_interval_19_Silhouette.1"/>
            <p:cNvSpPr/>
            <p:nvPr/>
          </p:nvSpPr>
          <p:spPr>
            <a:xfrm flipV="1">
              <a:off x="5881311" y="3142141"/>
              <a:ext cx="36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2" name="View.ISO.Edge.BearingBlock_edge_10_segment_22_interval_20_Silhouette.1"/>
            <p:cNvSpPr/>
            <p:nvPr/>
          </p:nvSpPr>
          <p:spPr>
            <a:xfrm flipV="1">
              <a:off x="5881344" y="3141713"/>
              <a:ext cx="110" cy="4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3" name="View.ISO.Edge.BearingBlock_edge_10_segment_22_interval_21_Silhouette.1"/>
            <p:cNvSpPr/>
            <p:nvPr/>
          </p:nvSpPr>
          <p:spPr>
            <a:xfrm flipV="1">
              <a:off x="5881454" y="3141607"/>
              <a:ext cx="36" cy="1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4" name="View.ISO.Edge.BearingBlock_edge_10_segment_22_interval_22_Silhouette.1"/>
            <p:cNvSpPr/>
            <p:nvPr/>
          </p:nvSpPr>
          <p:spPr>
            <a:xfrm flipV="1">
              <a:off x="5881481" y="3141159"/>
              <a:ext cx="115" cy="4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5" name="View.ISO.Edge.BearingBlock_edge_10_segment_22_interval_23_Silhouette.1"/>
            <p:cNvSpPr/>
            <p:nvPr/>
          </p:nvSpPr>
          <p:spPr>
            <a:xfrm flipV="1">
              <a:off x="5881596" y="3141073"/>
              <a:ext cx="36" cy="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6" name="View.ISO.Edge.BearingBlock_edge_10_segment_22_interval_24_Silhouette.1"/>
            <p:cNvSpPr/>
            <p:nvPr/>
          </p:nvSpPr>
          <p:spPr>
            <a:xfrm flipV="1">
              <a:off x="5881618" y="3140867"/>
              <a:ext cx="53" cy="2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7" name="View.ISO.Edge.BearingBlock_edge_10_segment_23_interval_0_Silhouette.1"/>
            <p:cNvSpPr/>
            <p:nvPr/>
          </p:nvSpPr>
          <p:spPr>
            <a:xfrm flipV="1">
              <a:off x="5881671" y="3140469"/>
              <a:ext cx="36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8" name="View.ISO.Edge.BearingBlock_edge_10_segment_23_interval_1_Silhouette.1"/>
            <p:cNvSpPr/>
            <p:nvPr/>
          </p:nvSpPr>
          <p:spPr>
            <a:xfrm flipV="1">
              <a:off x="5881705" y="3140359"/>
              <a:ext cx="36" cy="1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9" name="View.ISO.Edge.BearingBlock_edge_10_segment_23_interval_2_Silhouette.1"/>
            <p:cNvSpPr/>
            <p:nvPr/>
          </p:nvSpPr>
          <p:spPr>
            <a:xfrm flipV="1">
              <a:off x="5881714" y="3140005"/>
              <a:ext cx="36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0" name="View.ISO.Edge.BearingBlock_edge_10_segment_23_interval_3_Silhouette.1"/>
            <p:cNvSpPr/>
            <p:nvPr/>
          </p:nvSpPr>
          <p:spPr>
            <a:xfrm flipV="1">
              <a:off x="5881744" y="3139793"/>
              <a:ext cx="36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1" name="View.ISO.Edge.BearingBlock_edge_10_segment_23_interval_4_Silhouette.1"/>
            <p:cNvSpPr/>
            <p:nvPr/>
          </p:nvSpPr>
          <p:spPr>
            <a:xfrm flipV="1">
              <a:off x="5881763" y="3139626"/>
              <a:ext cx="36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2" name="View.ISO.Edge.BearingBlock_edge_10_segment_23_interval_5_Silhouette.1"/>
            <p:cNvSpPr/>
            <p:nvPr/>
          </p:nvSpPr>
          <p:spPr>
            <a:xfrm flipV="1">
              <a:off x="5881777" y="3139532"/>
              <a:ext cx="36" cy="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3" name="View.ISO.Edge.BearingBlock_edge_10_segment_23_interval_6_Silhouette.1"/>
            <p:cNvSpPr/>
            <p:nvPr/>
          </p:nvSpPr>
          <p:spPr>
            <a:xfrm flipV="1">
              <a:off x="5881785" y="3138783"/>
              <a:ext cx="64" cy="7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4" name="View.ISO.Edge.BearingBlock_edge_10_segment_23_interval_7_Silhouette.1"/>
            <p:cNvSpPr/>
            <p:nvPr/>
          </p:nvSpPr>
          <p:spPr>
            <a:xfrm flipV="1">
              <a:off x="5881848" y="3138705"/>
              <a:ext cx="36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5" name="View.ISO.Edge.BearingBlock_edge_10_segment_23_interval_8_Silhouette.1"/>
            <p:cNvSpPr/>
            <p:nvPr/>
          </p:nvSpPr>
          <p:spPr>
            <a:xfrm flipV="1">
              <a:off x="5881855" y="3138193"/>
              <a:ext cx="44" cy="5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6" name="View.ISO.Edge.BearingBlock_edge_10_segment_23_interval_9_Silhouette.1"/>
            <p:cNvSpPr/>
            <p:nvPr/>
          </p:nvSpPr>
          <p:spPr>
            <a:xfrm flipV="1">
              <a:off x="5881899" y="3138052"/>
              <a:ext cx="36" cy="1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7" name="View.ISO.Edge.BearingBlock_edge_10_segment_23_interval_10_Silhouette.1"/>
            <p:cNvSpPr/>
            <p:nvPr/>
          </p:nvSpPr>
          <p:spPr>
            <a:xfrm flipV="1">
              <a:off x="5881911" y="3137940"/>
              <a:ext cx="36" cy="1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8" name="View.ISO.Edge.BearingBlock_edge_10_segment_23_interval_11_Silhouette.1"/>
            <p:cNvSpPr/>
            <p:nvPr/>
          </p:nvSpPr>
          <p:spPr>
            <a:xfrm flipV="1">
              <a:off x="5881920" y="3137878"/>
              <a:ext cx="36" cy="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9" name="View.ISO.Edge.BearingBlock_edge_10_segment_23_interval_12_Silhouette.1"/>
            <p:cNvSpPr/>
            <p:nvPr/>
          </p:nvSpPr>
          <p:spPr>
            <a:xfrm flipV="1">
              <a:off x="5881925" y="3137098"/>
              <a:ext cx="66" cy="7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0" name="View.ISO.Edge.BearingBlock_edge_10_segment_23_interval_13_Silhouette.1"/>
            <p:cNvSpPr/>
            <p:nvPr/>
          </p:nvSpPr>
          <p:spPr>
            <a:xfrm flipV="1">
              <a:off x="5881992" y="3137051"/>
              <a:ext cx="36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1" name="View.ISO.Edge.BearingBlock_edge_10_segment_23_interval_14_Silhouette.1"/>
            <p:cNvSpPr/>
            <p:nvPr/>
          </p:nvSpPr>
          <p:spPr>
            <a:xfrm flipV="1">
              <a:off x="5881996" y="3136653"/>
              <a:ext cx="36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2" name="View.ISO.Edge.BearingBlock_edge_10_segment_23_interval_15_Silhouette.1"/>
            <p:cNvSpPr/>
            <p:nvPr/>
          </p:nvSpPr>
          <p:spPr>
            <a:xfrm flipV="1">
              <a:off x="5882030" y="3136381"/>
              <a:ext cx="36" cy="2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3" name="View.ISO.Edge.BearingBlock_edge_10_segment_23_interval_16_Silhouette.1"/>
            <p:cNvSpPr/>
            <p:nvPr/>
          </p:nvSpPr>
          <p:spPr>
            <a:xfrm flipV="1">
              <a:off x="5882053" y="3136311"/>
              <a:ext cx="36" cy="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4" name="View.ISO.Edge.BearingBlock_edge_10_segment_23_interval_17_Silhouette.1"/>
            <p:cNvSpPr/>
            <p:nvPr/>
          </p:nvSpPr>
          <p:spPr>
            <a:xfrm flipV="1">
              <a:off x="5882059" y="3136255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5" name="View.ISO.Edge.BearingBlock_edge_10_segment_23_interval_18_Silhouette.1"/>
            <p:cNvSpPr/>
            <p:nvPr/>
          </p:nvSpPr>
          <p:spPr>
            <a:xfrm flipV="1">
              <a:off x="5882064" y="313622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6" name="View.ISO.Edge.BearingBlock_edge_10_segment_23_interval_19_Silhouette.1"/>
            <p:cNvSpPr/>
            <p:nvPr/>
          </p:nvSpPr>
          <p:spPr>
            <a:xfrm flipV="1">
              <a:off x="5882066" y="3135412"/>
              <a:ext cx="69" cy="8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7" name="View.ISO.Edge.BearingBlock_edge_10_segment_23_interval_20_Silhouette.1"/>
            <p:cNvSpPr/>
            <p:nvPr/>
          </p:nvSpPr>
          <p:spPr>
            <a:xfrm flipV="1">
              <a:off x="5882135" y="313539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8" name="View.ISO.Edge.BearingBlock_edge_10_segment_23_interval_21_Silhouette.1"/>
            <p:cNvSpPr/>
            <p:nvPr/>
          </p:nvSpPr>
          <p:spPr>
            <a:xfrm flipV="1">
              <a:off x="5882137" y="3134569"/>
              <a:ext cx="70" cy="8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9" name="View.ISO.Edge.BearingBlock_edge_10_segment_24_interval_0_Silhouette.1"/>
            <p:cNvSpPr/>
            <p:nvPr/>
          </p:nvSpPr>
          <p:spPr>
            <a:xfrm flipH="1" flipV="1">
              <a:off x="5881671" y="3128272"/>
              <a:ext cx="536" cy="6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0" name="View.ISO.Edge.BearingBlock_edge_10_segment_25_interval_0_Silhouette.1"/>
            <p:cNvSpPr/>
            <p:nvPr/>
          </p:nvSpPr>
          <p:spPr>
            <a:xfrm flipH="1" flipV="1">
              <a:off x="5880069" y="3122036"/>
              <a:ext cx="1602" cy="62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1" name="View.ISO.Edge.BearingBlock_edge_10_segment_26_interval_0_Silhouette.1"/>
            <p:cNvSpPr/>
            <p:nvPr/>
          </p:nvSpPr>
          <p:spPr>
            <a:xfrm flipH="1" flipV="1">
              <a:off x="5878551" y="3118538"/>
              <a:ext cx="1517" cy="34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2" name="View.ISO.Edge.BearingBlock_edge_10_segment_26_interval_1_Silhouette.1"/>
            <p:cNvSpPr/>
            <p:nvPr/>
          </p:nvSpPr>
          <p:spPr>
            <a:xfrm flipH="1" flipV="1">
              <a:off x="5878415" y="3118224"/>
              <a:ext cx="136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3" name="View.ISO.Edge.BearingBlock_edge_10_segment_26_interval_2_Silhouette.1"/>
            <p:cNvSpPr/>
            <p:nvPr/>
          </p:nvSpPr>
          <p:spPr>
            <a:xfrm flipH="1" flipV="1">
              <a:off x="5878136" y="3117580"/>
              <a:ext cx="279" cy="6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4" name="View.ISO.Edge.BearingBlock_edge_10_segment_26_interval_3_Silhouette.1"/>
            <p:cNvSpPr/>
            <p:nvPr/>
          </p:nvSpPr>
          <p:spPr>
            <a:xfrm flipH="1" flipV="1">
              <a:off x="5878105" y="3117508"/>
              <a:ext cx="36" cy="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5" name="View.ISO.Edge.BearingBlock_edge_10_segment_26_interval_4_Silhouette.1"/>
            <p:cNvSpPr/>
            <p:nvPr/>
          </p:nvSpPr>
          <p:spPr>
            <a:xfrm flipH="1" flipV="1">
              <a:off x="5877415" y="3115920"/>
              <a:ext cx="689" cy="1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6" name="View.ISO.Edge.BearingBlock_edge_10_segment_27_interval_0_Silhouette.1"/>
            <p:cNvSpPr/>
            <p:nvPr/>
          </p:nvSpPr>
          <p:spPr>
            <a:xfrm flipH="1" flipV="1">
              <a:off x="5873736" y="3109983"/>
              <a:ext cx="3679" cy="59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7" name="View.ISO.Edge.BearingBlock_edge_10_segment_28_interval_0_Silhouette.1"/>
            <p:cNvSpPr/>
            <p:nvPr/>
          </p:nvSpPr>
          <p:spPr>
            <a:xfrm flipH="1" flipV="1">
              <a:off x="5869067" y="3104284"/>
              <a:ext cx="4669" cy="57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8" name="View.ISO.Edge.BearingBlock_edge_10_segment_29_interval_0_Silhouette.1"/>
            <p:cNvSpPr/>
            <p:nvPr/>
          </p:nvSpPr>
          <p:spPr>
            <a:xfrm flipH="1" flipV="1">
              <a:off x="5867609" y="3102879"/>
              <a:ext cx="1458" cy="14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9" name="View.ISO.Edge.BearingBlock_edge_10_segment_29_interval_1_Silhouette.1"/>
            <p:cNvSpPr/>
            <p:nvPr/>
          </p:nvSpPr>
          <p:spPr>
            <a:xfrm flipH="1" flipV="1">
              <a:off x="5867298" y="3102580"/>
              <a:ext cx="311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0" name="View.ISO.Edge.BearingBlock_edge_10_segment_29_interval_2_Silhouette.1"/>
            <p:cNvSpPr/>
            <p:nvPr/>
          </p:nvSpPr>
          <p:spPr>
            <a:xfrm flipH="1" flipV="1">
              <a:off x="5866812" y="3102111"/>
              <a:ext cx="486" cy="4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1" name="View.ISO.Edge.BearingBlock_edge_10_segment_29_interval_3_Silhouette.1"/>
            <p:cNvSpPr/>
            <p:nvPr/>
          </p:nvSpPr>
          <p:spPr>
            <a:xfrm flipH="1" flipV="1">
              <a:off x="5866664" y="3101969"/>
              <a:ext cx="148" cy="1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2" name="View.ISO.Edge.BearingBlock_edge_10_segment_29_interval_4_Silhouette.1"/>
            <p:cNvSpPr/>
            <p:nvPr/>
          </p:nvSpPr>
          <p:spPr>
            <a:xfrm flipH="1" flipV="1">
              <a:off x="5863453" y="3098876"/>
              <a:ext cx="3211" cy="30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3" name="View.ISO.Edge.BearingBlock_edge_10_segment_30_interval_0_Silhouette.1"/>
            <p:cNvSpPr/>
            <p:nvPr/>
          </p:nvSpPr>
          <p:spPr>
            <a:xfrm flipH="1" flipV="1">
              <a:off x="5860981" y="3096951"/>
              <a:ext cx="2473" cy="19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4" name="View.ISO.Edge.BearingBlock_edge_10_segment_30_interval_1_Silhouette.1"/>
            <p:cNvSpPr/>
            <p:nvPr/>
          </p:nvSpPr>
          <p:spPr>
            <a:xfrm flipH="1" flipV="1">
              <a:off x="5856948" y="3093812"/>
              <a:ext cx="4033" cy="31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5" name="View.ISO.Edge.BearingBlock_edge_10_segment_31_interval_0_Silhouette.1"/>
            <p:cNvSpPr/>
            <p:nvPr/>
          </p:nvSpPr>
          <p:spPr>
            <a:xfrm flipH="1" flipV="1">
              <a:off x="5849974" y="3089370"/>
              <a:ext cx="6974" cy="44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6" name="View.ISO.Edge.BearingBlock_edge_10_segment_31_interval_1_Silhouette.1"/>
            <p:cNvSpPr/>
            <p:nvPr/>
          </p:nvSpPr>
          <p:spPr>
            <a:xfrm flipH="1" flipV="1">
              <a:off x="5849614" y="3089140"/>
              <a:ext cx="360" cy="2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7" name="View.ISO.Edge.BearingBlock_edge_10_segment_32_interval_0_Silhouette.1"/>
            <p:cNvSpPr/>
            <p:nvPr/>
          </p:nvSpPr>
          <p:spPr>
            <a:xfrm flipH="1" flipV="1">
              <a:off x="5841567" y="3084929"/>
              <a:ext cx="8048" cy="42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8" name="View.ISO.Edge.BearingBlock_edge_10_segment_32_interval_1_Silhouette.1"/>
            <p:cNvSpPr/>
            <p:nvPr/>
          </p:nvSpPr>
          <p:spPr>
            <a:xfrm flipH="1" flipV="1">
              <a:off x="5841523" y="3084906"/>
              <a:ext cx="4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9" name="View.ISO.Edge.BearingBlock_edge_10_segment_33_interval_0_Silhouette.1"/>
            <p:cNvSpPr/>
            <p:nvPr/>
          </p:nvSpPr>
          <p:spPr>
            <a:xfrm flipH="1" flipV="1">
              <a:off x="5836566" y="3082784"/>
              <a:ext cx="4956" cy="2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0" name="View.ISO.Edge.BearingBlock_edge_10_segment_33_interval_1_Silhouette.1"/>
            <p:cNvSpPr/>
            <p:nvPr/>
          </p:nvSpPr>
          <p:spPr>
            <a:xfrm flipH="1" flipV="1">
              <a:off x="5835397" y="3082283"/>
              <a:ext cx="1170" cy="5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1" name="View.ISO.Edge.BearingBlock_edge_10_segment_33_interval_2_Silhouette.1"/>
            <p:cNvSpPr/>
            <p:nvPr/>
          </p:nvSpPr>
          <p:spPr>
            <a:xfrm flipH="1" flipV="1">
              <a:off x="5832752" y="3081150"/>
              <a:ext cx="2645" cy="11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2" name="View.ISO.Edge.BearingBlock_edge_10_segment_34_interval_0_Silhouette.1"/>
            <p:cNvSpPr/>
            <p:nvPr/>
          </p:nvSpPr>
          <p:spPr>
            <a:xfrm flipH="1" flipV="1">
              <a:off x="5827395" y="3079297"/>
              <a:ext cx="5357" cy="18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3" name="View.ISO.Edge.BearingBlock_edge_10_segment_34_interval_1_Silhouette.1"/>
            <p:cNvSpPr/>
            <p:nvPr/>
          </p:nvSpPr>
          <p:spPr>
            <a:xfrm flipH="1" flipV="1">
              <a:off x="5826568" y="3079010"/>
              <a:ext cx="827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4" name="View.ISO.Edge.BearingBlock_edge_10_segment_34_interval_2_Silhouette.1"/>
            <p:cNvSpPr/>
            <p:nvPr/>
          </p:nvSpPr>
          <p:spPr>
            <a:xfrm flipH="1" flipV="1">
              <a:off x="5826030" y="3078825"/>
              <a:ext cx="537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5" name="View.ISO.Edge.BearingBlock_edge_10_segment_34_interval_3_Silhouette.1"/>
            <p:cNvSpPr/>
            <p:nvPr/>
          </p:nvSpPr>
          <p:spPr>
            <a:xfrm flipH="1" flipV="1">
              <a:off x="5825818" y="3078751"/>
              <a:ext cx="213" cy="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6" name="View.ISO.Edge.BearingBlock_edge_10_segment_34_interval_4_Silhouette.1"/>
            <p:cNvSpPr/>
            <p:nvPr/>
          </p:nvSpPr>
          <p:spPr>
            <a:xfrm flipH="1" flipV="1">
              <a:off x="5823385" y="3077909"/>
              <a:ext cx="2433" cy="8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7" name="View.ISO.Edge.BearingBlock_edge_10_segment_35_interval_0_Silhouette.1"/>
            <p:cNvSpPr/>
            <p:nvPr/>
          </p:nvSpPr>
          <p:spPr>
            <a:xfrm flipH="1" flipV="1">
              <a:off x="5813513" y="3075213"/>
              <a:ext cx="9872" cy="26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8" name="View.ISO.Edge.BearingBlock_edge_10_segment_36_interval_0_Silhouette.1"/>
            <p:cNvSpPr/>
            <p:nvPr/>
          </p:nvSpPr>
          <p:spPr>
            <a:xfrm flipH="1" flipV="1">
              <a:off x="5803231" y="3073089"/>
              <a:ext cx="10282" cy="21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9" name="View.ISO.Edge.BearingBlock_edge_10_segment_37_interval_0_Silhouette.1"/>
            <p:cNvSpPr/>
            <p:nvPr/>
          </p:nvSpPr>
          <p:spPr>
            <a:xfrm flipH="1" flipV="1">
              <a:off x="5800480" y="3072691"/>
              <a:ext cx="2751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0" name="View.ISO.Edge.BearingBlock_edge_10_segment_37_interval_1_Silhouette.1"/>
            <p:cNvSpPr/>
            <p:nvPr/>
          </p:nvSpPr>
          <p:spPr>
            <a:xfrm flipH="1" flipV="1">
              <a:off x="5799730" y="3072583"/>
              <a:ext cx="75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1" name="View.ISO.Edge.BearingBlock_edge_10_segment_37_interval_2_Silhouette.1"/>
            <p:cNvSpPr/>
            <p:nvPr/>
          </p:nvSpPr>
          <p:spPr>
            <a:xfrm flipH="1" flipV="1">
              <a:off x="5799073" y="3072488"/>
              <a:ext cx="656" cy="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2" name="View.ISO.Edge.BearingBlock_edge_10_segment_37_interval_3_Silhouette.1"/>
            <p:cNvSpPr/>
            <p:nvPr/>
          </p:nvSpPr>
          <p:spPr>
            <a:xfrm flipH="1" flipV="1">
              <a:off x="5798696" y="3072433"/>
              <a:ext cx="377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3" name="View.ISO.Edge.BearingBlock_edge_10_segment_37_interval_4_Silhouette.1"/>
            <p:cNvSpPr/>
            <p:nvPr/>
          </p:nvSpPr>
          <p:spPr>
            <a:xfrm flipH="1" flipV="1">
              <a:off x="5792638" y="3071557"/>
              <a:ext cx="6058" cy="8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4" name="View.ISO.Edge.BearingBlock_edge_10_segment_38_interval_0_Silhouette.1"/>
            <p:cNvSpPr/>
            <p:nvPr/>
          </p:nvSpPr>
          <p:spPr>
            <a:xfrm flipH="1" flipV="1">
              <a:off x="5781836" y="3070632"/>
              <a:ext cx="10802" cy="9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5" name="View.ISO.Edge.BearingBlock_edge_10_segment_39_interval_0_Silhouette.1"/>
            <p:cNvSpPr/>
            <p:nvPr/>
          </p:nvSpPr>
          <p:spPr>
            <a:xfrm flipH="1" flipV="1">
              <a:off x="5770929" y="3070323"/>
              <a:ext cx="10907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6" name="View.ISO.Edge.BearingBlock_edge_10_segment_40_interval_0_Silhouette.1"/>
            <p:cNvSpPr/>
            <p:nvPr/>
          </p:nvSpPr>
          <p:spPr>
            <a:xfrm flipH="1">
              <a:off x="5760021" y="3070323"/>
              <a:ext cx="10907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7" name="View.ISO.Edge.BearingBlock_edge_10_segment_41_interval_0_Silhouette.1"/>
            <p:cNvSpPr/>
            <p:nvPr/>
          </p:nvSpPr>
          <p:spPr>
            <a:xfrm flipH="1">
              <a:off x="5749219" y="3070632"/>
              <a:ext cx="10802" cy="9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8" name="View.ISO.Edge.BearingBlock_edge_10_segment_42_interval_0_Silhouette.1"/>
            <p:cNvSpPr/>
            <p:nvPr/>
          </p:nvSpPr>
          <p:spPr>
            <a:xfrm flipH="1">
              <a:off x="5743161" y="3071557"/>
              <a:ext cx="6058" cy="8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9" name="View.ISO.Edge.BearingBlock_edge_10_segment_42_interval_1_Silhouette.1"/>
            <p:cNvSpPr/>
            <p:nvPr/>
          </p:nvSpPr>
          <p:spPr>
            <a:xfrm flipH="1">
              <a:off x="5742128" y="3072433"/>
              <a:ext cx="1034" cy="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0" name="View.ISO.Edge.BearingBlock_edge_10_segment_42_interval_2_Silhouette.1"/>
            <p:cNvSpPr/>
            <p:nvPr/>
          </p:nvSpPr>
          <p:spPr>
            <a:xfrm flipH="1">
              <a:off x="5741609" y="3072583"/>
              <a:ext cx="518" cy="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1" name="View.ISO.Edge.BearingBlock_edge_10_segment_42_interval_3_Silhouette.1"/>
            <p:cNvSpPr/>
            <p:nvPr/>
          </p:nvSpPr>
          <p:spPr>
            <a:xfrm flipH="1">
              <a:off x="5741377" y="3072658"/>
              <a:ext cx="232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2" name="View.ISO.Edge.BearingBlock_edge_10_segment_42_interval_4_Silhouette.1"/>
            <p:cNvSpPr/>
            <p:nvPr/>
          </p:nvSpPr>
          <p:spPr>
            <a:xfrm flipH="1">
              <a:off x="5738626" y="3072691"/>
              <a:ext cx="2751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3" name="View.ISO.Edge.BearingBlock_edge_10_segment_43_interval_0_Silhouette.1"/>
            <p:cNvSpPr/>
            <p:nvPr/>
          </p:nvSpPr>
          <p:spPr>
            <a:xfrm flipH="1">
              <a:off x="5728344" y="3073089"/>
              <a:ext cx="10282" cy="21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4" name="View.ISO.Edge.BearingBlock_edge_10_segment_44_interval_0_Silhouette.1"/>
            <p:cNvSpPr/>
            <p:nvPr/>
          </p:nvSpPr>
          <p:spPr>
            <a:xfrm flipH="1">
              <a:off x="5718472" y="3075213"/>
              <a:ext cx="9872" cy="26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5" name="View.ISO.Edge.BearingBlock_edge_10_segment_45_interval_0_Silhouette.1"/>
            <p:cNvSpPr/>
            <p:nvPr/>
          </p:nvSpPr>
          <p:spPr>
            <a:xfrm flipH="1">
              <a:off x="5716040" y="3077909"/>
              <a:ext cx="2433" cy="8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6" name="View.ISO.Edge.BearingBlock_edge_10_segment_45_interval_1_Silhouette.1"/>
            <p:cNvSpPr/>
            <p:nvPr/>
          </p:nvSpPr>
          <p:spPr>
            <a:xfrm flipH="1">
              <a:off x="5715289" y="3078751"/>
              <a:ext cx="750" cy="2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7" name="View.ISO.Edge.BearingBlock_edge_10_segment_45_interval_2_Silhouette.1"/>
            <p:cNvSpPr/>
            <p:nvPr/>
          </p:nvSpPr>
          <p:spPr>
            <a:xfrm flipH="1">
              <a:off x="5714741" y="3079010"/>
              <a:ext cx="548" cy="1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8" name="View.ISO.Edge.BearingBlock_edge_10_segment_45_interval_3_Silhouette.1"/>
            <p:cNvSpPr/>
            <p:nvPr/>
          </p:nvSpPr>
          <p:spPr>
            <a:xfrm flipH="1">
              <a:off x="5714462" y="3079200"/>
              <a:ext cx="279" cy="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9" name="View.ISO.Edge.BearingBlock_edge_10_segment_45_interval_4_Silhouette.1"/>
            <p:cNvSpPr/>
            <p:nvPr/>
          </p:nvSpPr>
          <p:spPr>
            <a:xfrm flipH="1">
              <a:off x="5709106" y="3079297"/>
              <a:ext cx="5357" cy="18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0" name="View.ISO.Edge.BearingBlock_edge_10_segment_46_interval_0_Silhouette.1"/>
            <p:cNvSpPr/>
            <p:nvPr/>
          </p:nvSpPr>
          <p:spPr>
            <a:xfrm flipH="1">
              <a:off x="5700334" y="3081150"/>
              <a:ext cx="8771" cy="37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1" name="View.ISO.Edge.BearingBlock_edge_10_segment_47_interval_0_Silhouette.1"/>
            <p:cNvSpPr/>
            <p:nvPr/>
          </p:nvSpPr>
          <p:spPr>
            <a:xfrm flipH="1">
              <a:off x="5692243" y="3084906"/>
              <a:ext cx="8091" cy="4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2" name="View.ISO.Edge.BearingBlock_edge_10_segment_48_interval_0_Silhouette.1"/>
            <p:cNvSpPr/>
            <p:nvPr/>
          </p:nvSpPr>
          <p:spPr>
            <a:xfrm flipH="1">
              <a:off x="5684909" y="3089140"/>
              <a:ext cx="7334" cy="46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3" name="View.ISO.Edge.BearingBlock_edge_10_segment_49_interval_0_Silhouette.1"/>
            <p:cNvSpPr/>
            <p:nvPr/>
          </p:nvSpPr>
          <p:spPr>
            <a:xfrm flipH="1">
              <a:off x="5678404" y="3093812"/>
              <a:ext cx="6505" cy="50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4" name="View.ISO.Edge.BearingBlock_edge_10_segment_50_interval_0_Silhouette.1"/>
            <p:cNvSpPr/>
            <p:nvPr/>
          </p:nvSpPr>
          <p:spPr>
            <a:xfrm flipH="1">
              <a:off x="5675193" y="3098876"/>
              <a:ext cx="3211" cy="30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5" name="View.ISO.Edge.BearingBlock_edge_10_segment_50_interval_1_Silhouette.1"/>
            <p:cNvSpPr/>
            <p:nvPr/>
          </p:nvSpPr>
          <p:spPr>
            <a:xfrm flipH="1">
              <a:off x="5674559" y="3101969"/>
              <a:ext cx="635" cy="6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6" name="View.ISO.Edge.BearingBlock_edge_10_segment_50_interval_2_Silhouette.1"/>
            <p:cNvSpPr/>
            <p:nvPr/>
          </p:nvSpPr>
          <p:spPr>
            <a:xfrm flipH="1">
              <a:off x="5674307" y="3102580"/>
              <a:ext cx="251" cy="2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7" name="View.ISO.Edge.BearingBlock_edge_10_segment_50_interval_3_Silhouette.1"/>
            <p:cNvSpPr/>
            <p:nvPr/>
          </p:nvSpPr>
          <p:spPr>
            <a:xfrm flipH="1">
              <a:off x="5674248" y="3102822"/>
              <a:ext cx="60" cy="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8" name="View.ISO.Edge.BearingBlock_edge_10_segment_50_interval_4_Silhouette.1"/>
            <p:cNvSpPr/>
            <p:nvPr/>
          </p:nvSpPr>
          <p:spPr>
            <a:xfrm flipH="1">
              <a:off x="5672790" y="3102879"/>
              <a:ext cx="1458" cy="14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9" name="View.ISO.Edge.BearingBlock_edge_10_segment_51_interval_0_Silhouette.1"/>
            <p:cNvSpPr/>
            <p:nvPr/>
          </p:nvSpPr>
          <p:spPr>
            <a:xfrm flipH="1">
              <a:off x="5668121" y="3104284"/>
              <a:ext cx="4669" cy="57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0" name="View.ISO.Edge.BearingBlock_edge_10_segment_52_interval_0_Silhouette.1"/>
            <p:cNvSpPr/>
            <p:nvPr/>
          </p:nvSpPr>
          <p:spPr>
            <a:xfrm flipH="1">
              <a:off x="5664442" y="3109983"/>
              <a:ext cx="3679" cy="59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1" name="View.ISO.Edge.BearingBlock_edge_10_segment_53_interval_0_Silhouette.1"/>
            <p:cNvSpPr/>
            <p:nvPr/>
          </p:nvSpPr>
          <p:spPr>
            <a:xfrm flipH="1">
              <a:off x="5663753" y="3115920"/>
              <a:ext cx="689" cy="15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2" name="View.ISO.Edge.BearingBlock_edge_10_segment_53_interval_1_Silhouette.1"/>
            <p:cNvSpPr/>
            <p:nvPr/>
          </p:nvSpPr>
          <p:spPr>
            <a:xfrm flipH="1">
              <a:off x="5663442" y="3117508"/>
              <a:ext cx="311" cy="7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3" name="View.ISO.Edge.BearingBlock_edge_10_segment_53_interval_2_Silhouette.1"/>
            <p:cNvSpPr/>
            <p:nvPr/>
          </p:nvSpPr>
          <p:spPr>
            <a:xfrm flipH="1">
              <a:off x="5663323" y="3118224"/>
              <a:ext cx="119" cy="2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4" name="View.ISO.Edge.BearingBlock_edge_10_segment_53_interval_3_Silhouette.1"/>
            <p:cNvSpPr/>
            <p:nvPr/>
          </p:nvSpPr>
          <p:spPr>
            <a:xfrm flipH="1">
              <a:off x="5663306" y="3118499"/>
              <a:ext cx="36" cy="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5" name="View.ISO.Edge.BearingBlock_edge_10_segment_53_interval_4_Silhouette.1"/>
            <p:cNvSpPr/>
            <p:nvPr/>
          </p:nvSpPr>
          <p:spPr>
            <a:xfrm flipH="1">
              <a:off x="5663277" y="3118538"/>
              <a:ext cx="36" cy="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6" name="View.ISO.Edge.BearingBlock_edge_10_segment_53_interval_5_Silhouette.1"/>
            <p:cNvSpPr/>
            <p:nvPr/>
          </p:nvSpPr>
          <p:spPr>
            <a:xfrm flipH="1">
              <a:off x="5661788" y="3118604"/>
              <a:ext cx="1489" cy="34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7" name="View.ISO.Edge.BearingBlock_edge_10_segment_54_interval_0_Silhouette.1"/>
            <p:cNvSpPr/>
            <p:nvPr/>
          </p:nvSpPr>
          <p:spPr>
            <a:xfrm flipH="1">
              <a:off x="5660186" y="3122036"/>
              <a:ext cx="1602" cy="62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8" name="View.ISO.Edge.BearingBlock_edge_10_segment_55_interval_0_Silhouette.1"/>
            <p:cNvSpPr/>
            <p:nvPr/>
          </p:nvSpPr>
          <p:spPr>
            <a:xfrm flipH="1">
              <a:off x="5659827" y="3128272"/>
              <a:ext cx="359" cy="4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9" name="View.ISO.Edge.BearingBlock_edge_10_segment_55_interval_1_Silhouette.1"/>
            <p:cNvSpPr/>
            <p:nvPr/>
          </p:nvSpPr>
          <p:spPr>
            <a:xfrm flipH="1">
              <a:off x="5659650" y="3132486"/>
              <a:ext cx="177" cy="20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0" name="View.ISO.Edge.BearingBlock_edge_10_segment_56_interval_0_Silhouette.1"/>
            <p:cNvSpPr/>
            <p:nvPr/>
          </p:nvSpPr>
          <p:spPr>
            <a:xfrm>
              <a:off x="5659650" y="3134569"/>
              <a:ext cx="69" cy="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1" name="View.ISO.Edge.BearingBlock_edge_10_segment_56_interval_1_Silhouette.1"/>
            <p:cNvSpPr/>
            <p:nvPr/>
          </p:nvSpPr>
          <p:spPr>
            <a:xfrm>
              <a:off x="5659719" y="313538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2" name="View.ISO.Edge.BearingBlock_edge_10_segment_56_interval_2_Silhouette.1"/>
            <p:cNvSpPr/>
            <p:nvPr/>
          </p:nvSpPr>
          <p:spPr>
            <a:xfrm>
              <a:off x="5659721" y="3135397"/>
              <a:ext cx="68" cy="7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3" name="View.ISO.Edge.BearingBlock_edge_10_segment_56_interval_3_Silhouette.1"/>
            <p:cNvSpPr/>
            <p:nvPr/>
          </p:nvSpPr>
          <p:spPr>
            <a:xfrm>
              <a:off x="5659788" y="313619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4" name="View.ISO.Edge.BearingBlock_edge_10_segment_56_interval_4_Silhouette.1"/>
            <p:cNvSpPr/>
            <p:nvPr/>
          </p:nvSpPr>
          <p:spPr>
            <a:xfrm>
              <a:off x="5659791" y="3136224"/>
              <a:ext cx="36" cy="1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5" name="View.ISO.Edge.BearingBlock_edge_10_segment_56_interval_5_Silhouette.1"/>
            <p:cNvSpPr/>
            <p:nvPr/>
          </p:nvSpPr>
          <p:spPr>
            <a:xfrm>
              <a:off x="5659804" y="3136381"/>
              <a:ext cx="36" cy="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6" name="View.ISO.Edge.BearingBlock_edge_10_segment_56_interval_6_Silhouette.1"/>
            <p:cNvSpPr/>
            <p:nvPr/>
          </p:nvSpPr>
          <p:spPr>
            <a:xfrm>
              <a:off x="5659811" y="3136458"/>
              <a:ext cx="47" cy="5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7" name="View.ISO.Edge.BearingBlock_edge_10_segment_56_interval_7_Silhouette.1"/>
            <p:cNvSpPr/>
            <p:nvPr/>
          </p:nvSpPr>
          <p:spPr>
            <a:xfrm>
              <a:off x="5659857" y="3137006"/>
              <a:ext cx="36" cy="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8" name="View.ISO.Edge.BearingBlock_edge_10_segment_56_interval_8_Silhouette.1"/>
            <p:cNvSpPr/>
            <p:nvPr/>
          </p:nvSpPr>
          <p:spPr>
            <a:xfrm>
              <a:off x="5659861" y="3137051"/>
              <a:ext cx="65" cy="7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9" name="View.ISO.Edge.BearingBlock_edge_10_segment_56_interval_9_Silhouette.1"/>
            <p:cNvSpPr/>
            <p:nvPr/>
          </p:nvSpPr>
          <p:spPr>
            <a:xfrm>
              <a:off x="5659927" y="3137818"/>
              <a:ext cx="36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0" name="View.ISO.Edge.BearingBlock_edge_10_segment_56_interval_10_Silhouette.1"/>
            <p:cNvSpPr/>
            <p:nvPr/>
          </p:nvSpPr>
          <p:spPr>
            <a:xfrm>
              <a:off x="5659932" y="3137878"/>
              <a:ext cx="36" cy="3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1" name="View.ISO.Edge.BearingBlock_edge_10_segment_56_interval_11_Silhouette.1"/>
            <p:cNvSpPr/>
            <p:nvPr/>
          </p:nvSpPr>
          <p:spPr>
            <a:xfrm>
              <a:off x="5659959" y="3138193"/>
              <a:ext cx="36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2" name="View.ISO.Edge.BearingBlock_edge_10_segment_56_interval_12_Silhouette.1"/>
            <p:cNvSpPr/>
            <p:nvPr/>
          </p:nvSpPr>
          <p:spPr>
            <a:xfrm>
              <a:off x="5659972" y="3138347"/>
              <a:ext cx="36" cy="2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3" name="View.ISO.Edge.BearingBlock_edge_10_segment_56_interval_13_Silhouette.1"/>
            <p:cNvSpPr/>
            <p:nvPr/>
          </p:nvSpPr>
          <p:spPr>
            <a:xfrm>
              <a:off x="5659996" y="3138630"/>
              <a:ext cx="36" cy="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4" name="View.ISO.Edge.BearingBlock_edge_10_segment_56_interval_14_Silhouette.1"/>
            <p:cNvSpPr/>
            <p:nvPr/>
          </p:nvSpPr>
          <p:spPr>
            <a:xfrm>
              <a:off x="5660002" y="3138705"/>
              <a:ext cx="63" cy="7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5" name="View.ISO.Edge.BearingBlock_edge_10_segment_56_interval_15_Silhouette.1"/>
            <p:cNvSpPr/>
            <p:nvPr/>
          </p:nvSpPr>
          <p:spPr>
            <a:xfrm>
              <a:off x="5660065" y="3139442"/>
              <a:ext cx="36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6" name="View.ISO.Edge.BearingBlock_edge_10_segment_56_interval_16_Silhouette.1"/>
            <p:cNvSpPr/>
            <p:nvPr/>
          </p:nvSpPr>
          <p:spPr>
            <a:xfrm>
              <a:off x="5660072" y="3139532"/>
              <a:ext cx="40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7" name="View.ISO.Edge.BearingBlock_edge_10_segment_56_interval_17_Silhouette.1"/>
            <p:cNvSpPr/>
            <p:nvPr/>
          </p:nvSpPr>
          <p:spPr>
            <a:xfrm>
              <a:off x="5660113" y="3140005"/>
              <a:ext cx="36" cy="2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8" name="View.ISO.Edge.BearingBlock_edge_10_segment_56_interval_18_Silhouette.1"/>
            <p:cNvSpPr/>
            <p:nvPr/>
          </p:nvSpPr>
          <p:spPr>
            <a:xfrm>
              <a:off x="5660132" y="314023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9" name="View.ISO.Edge.BearingBlock_edge_10_segment_56_interval_19_Silhouette.1"/>
            <p:cNvSpPr/>
            <p:nvPr/>
          </p:nvSpPr>
          <p:spPr>
            <a:xfrm>
              <a:off x="5660134" y="3140254"/>
              <a:ext cx="36" cy="1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0" name="View.ISO.Edge.BearingBlock_edge_10_segment_56_interval_20_Silhouette.1"/>
            <p:cNvSpPr/>
            <p:nvPr/>
          </p:nvSpPr>
          <p:spPr>
            <a:xfrm>
              <a:off x="5660143" y="3140359"/>
              <a:ext cx="43" cy="5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1" name="View.ISO.Edge.BearingBlock_edge_10_segment_57_interval_0_Silhouette.1"/>
            <p:cNvSpPr/>
            <p:nvPr/>
          </p:nvSpPr>
          <p:spPr>
            <a:xfrm>
              <a:off x="5660186" y="3140867"/>
              <a:ext cx="36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2" name="View.ISO.Edge.BearingBlock_edge_10_segment_57_interval_1_Silhouette.1"/>
            <p:cNvSpPr/>
            <p:nvPr/>
          </p:nvSpPr>
          <p:spPr>
            <a:xfrm>
              <a:off x="5660218" y="3140993"/>
              <a:ext cx="36" cy="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3" name="View.ISO.Edge.BearingBlock_edge_10_segment_57_interval_2_Silhouette.1"/>
            <p:cNvSpPr/>
            <p:nvPr/>
          </p:nvSpPr>
          <p:spPr>
            <a:xfrm>
              <a:off x="5660239" y="3141073"/>
              <a:ext cx="112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4" name="View.ISO.Edge.BearingBlock_edge_10_segment_57_interval_3_Silhouette.1"/>
            <p:cNvSpPr/>
            <p:nvPr/>
          </p:nvSpPr>
          <p:spPr>
            <a:xfrm>
              <a:off x="5660351" y="3141508"/>
              <a:ext cx="36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5" name="View.ISO.Edge.BearingBlock_edge_10_segment_57_interval_4_Silhouette.1"/>
            <p:cNvSpPr/>
            <p:nvPr/>
          </p:nvSpPr>
          <p:spPr>
            <a:xfrm>
              <a:off x="5660376" y="3141607"/>
              <a:ext cx="107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6" name="View.ISO.Edge.BearingBlock_edge_10_segment_57_interval_5_Silhouette.1"/>
            <p:cNvSpPr/>
            <p:nvPr/>
          </p:nvSpPr>
          <p:spPr>
            <a:xfrm>
              <a:off x="5660483" y="3142024"/>
              <a:ext cx="3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7" name="View.ISO.Edge.BearingBlock_edge_10_segment_57_interval_6_Silhouette.1"/>
            <p:cNvSpPr/>
            <p:nvPr/>
          </p:nvSpPr>
          <p:spPr>
            <a:xfrm>
              <a:off x="5660513" y="3142141"/>
              <a:ext cx="102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8" name="View.ISO.Edge.BearingBlock_edge_10_segment_57_interval_7_Silhouette.1"/>
            <p:cNvSpPr/>
            <p:nvPr/>
          </p:nvSpPr>
          <p:spPr>
            <a:xfrm>
              <a:off x="5660616" y="3142539"/>
              <a:ext cx="36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9" name="View.ISO.Edge.BearingBlock_edge_10_segment_57_interval_8_Silhouette.1"/>
            <p:cNvSpPr/>
            <p:nvPr/>
          </p:nvSpPr>
          <p:spPr>
            <a:xfrm>
              <a:off x="5660651" y="3142675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0" name="View.ISO.Edge.BearingBlock_edge_10_segment_57_interval_9_Silhouette.1"/>
            <p:cNvSpPr/>
            <p:nvPr/>
          </p:nvSpPr>
          <p:spPr>
            <a:xfrm>
              <a:off x="5660665" y="3142731"/>
              <a:ext cx="83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1" name="View.ISO.Edge.BearingBlock_edge_10_segment_57_interval_10_Silhouette.1"/>
            <p:cNvSpPr/>
            <p:nvPr/>
          </p:nvSpPr>
          <p:spPr>
            <a:xfrm>
              <a:off x="5660748" y="3143055"/>
              <a:ext cx="40" cy="1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2" name="View.ISO.Edge.BearingBlock_edge_10_segment_57_interval_11_Silhouette.1"/>
            <p:cNvSpPr/>
            <p:nvPr/>
          </p:nvSpPr>
          <p:spPr>
            <a:xfrm>
              <a:off x="5660788" y="3143209"/>
              <a:ext cx="93" cy="3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3" name="View.ISO.Edge.BearingBlock_edge_10_segment_57_interval_12_Silhouette.1"/>
            <p:cNvSpPr/>
            <p:nvPr/>
          </p:nvSpPr>
          <p:spPr>
            <a:xfrm>
              <a:off x="5660881" y="3143570"/>
              <a:ext cx="45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4" name="View.ISO.Edge.BearingBlock_edge_10_segment_57_interval_13_Silhouette.1"/>
            <p:cNvSpPr/>
            <p:nvPr/>
          </p:nvSpPr>
          <p:spPr>
            <a:xfrm>
              <a:off x="5660925" y="3143743"/>
              <a:ext cx="88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5" name="View.ISO.Edge.BearingBlock_edge_10_segment_57_interval_14_Silhouette.1"/>
            <p:cNvSpPr/>
            <p:nvPr/>
          </p:nvSpPr>
          <p:spPr>
            <a:xfrm>
              <a:off x="5661013" y="3144085"/>
              <a:ext cx="49" cy="1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6" name="View.ISO.Edge.BearingBlock_edge_10_segment_57_interval_15_Silhouette.1"/>
            <p:cNvSpPr/>
            <p:nvPr/>
          </p:nvSpPr>
          <p:spPr>
            <a:xfrm>
              <a:off x="5661062" y="3144277"/>
              <a:ext cx="83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7" name="View.ISO.Edge.BearingBlock_edge_10_segment_57_interval_16_Silhouette.1"/>
            <p:cNvSpPr/>
            <p:nvPr/>
          </p:nvSpPr>
          <p:spPr>
            <a:xfrm>
              <a:off x="5661145" y="3144601"/>
              <a:ext cx="54" cy="2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8" name="View.ISO.Edge.BearingBlock_edge_10_segment_57_interval_17_Silhouette.1"/>
            <p:cNvSpPr/>
            <p:nvPr/>
          </p:nvSpPr>
          <p:spPr>
            <a:xfrm>
              <a:off x="5661199" y="3144811"/>
              <a:ext cx="78" cy="3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9" name="View.ISO.Edge.BearingBlock_edge_10_segment_57_interval_18_Silhouette.1"/>
            <p:cNvSpPr/>
            <p:nvPr/>
          </p:nvSpPr>
          <p:spPr>
            <a:xfrm>
              <a:off x="5661278" y="314511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0" name="View.ISO.Edge.BearingBlock_edge_10_segment_57_interval_19_Silhouette.1"/>
            <p:cNvSpPr/>
            <p:nvPr/>
          </p:nvSpPr>
          <p:spPr>
            <a:xfrm>
              <a:off x="5661281" y="3145130"/>
              <a:ext cx="55" cy="2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1" name="View.ISO.Edge.BearingBlock_edge_10_segment_57_interval_20_Silhouette.1"/>
            <p:cNvSpPr/>
            <p:nvPr/>
          </p:nvSpPr>
          <p:spPr>
            <a:xfrm>
              <a:off x="5661337" y="3145345"/>
              <a:ext cx="74" cy="2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2" name="View.ISO.Edge.BearingBlock_edge_10_segment_57_interval_21_Silhouette.1"/>
            <p:cNvSpPr/>
            <p:nvPr/>
          </p:nvSpPr>
          <p:spPr>
            <a:xfrm>
              <a:off x="5661410" y="3145631"/>
              <a:ext cx="64" cy="2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3" name="View.ISO.Edge.BearingBlock_edge_10_segment_57_interval_22_Silhouette.1"/>
            <p:cNvSpPr/>
            <p:nvPr/>
          </p:nvSpPr>
          <p:spPr>
            <a:xfrm>
              <a:off x="5661474" y="3145879"/>
              <a:ext cx="69" cy="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4" name="View.ISO.Edge.BearingBlock_edge_10_segment_57_interval_23_Silhouette.1"/>
            <p:cNvSpPr/>
            <p:nvPr/>
          </p:nvSpPr>
          <p:spPr>
            <a:xfrm>
              <a:off x="5661543" y="3146147"/>
              <a:ext cx="68" cy="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5" name="View.ISO.Edge.BearingBlock_edge_10_segment_57_interval_24_Silhouette.1"/>
            <p:cNvSpPr/>
            <p:nvPr/>
          </p:nvSpPr>
          <p:spPr>
            <a:xfrm>
              <a:off x="5661611" y="3146413"/>
              <a:ext cx="64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6" name="View.ISO.Edge.BearingBlock_edge_10_segment_57_interval_25_Silhouette.1"/>
            <p:cNvSpPr/>
            <p:nvPr/>
          </p:nvSpPr>
          <p:spPr>
            <a:xfrm>
              <a:off x="5661675" y="3146662"/>
              <a:ext cx="73" cy="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7" name="View.ISO.Edge.BearingBlock_edge_10_segment_57_interval_26_Silhouette.1"/>
            <p:cNvSpPr/>
            <p:nvPr/>
          </p:nvSpPr>
          <p:spPr>
            <a:xfrm>
              <a:off x="5661748" y="3146947"/>
              <a:ext cx="40" cy="1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8" name="View.ISO.Edge.BearingBlock_edge_10_segment_58_interval_0_Silhouette.1"/>
            <p:cNvSpPr/>
            <p:nvPr/>
          </p:nvSpPr>
          <p:spPr>
            <a:xfrm>
              <a:off x="5661788" y="3147103"/>
              <a:ext cx="36" cy="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9" name="View.ISO.Edge.BearingBlock_edge_10_segment_58_interval_1_Silhouette.1"/>
            <p:cNvSpPr/>
            <p:nvPr/>
          </p:nvSpPr>
          <p:spPr>
            <a:xfrm>
              <a:off x="5661812" y="3147157"/>
              <a:ext cx="80" cy="1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0" name="View.ISO.Edge.BearingBlock_edge_10_segment_58_interval_2_Silhouette.1"/>
            <p:cNvSpPr/>
            <p:nvPr/>
          </p:nvSpPr>
          <p:spPr>
            <a:xfrm>
              <a:off x="5661891" y="3147341"/>
              <a:ext cx="36" cy="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1" name="View.ISO.Edge.BearingBlock_edge_10_segment_58_interval_3_Silhouette.1"/>
            <p:cNvSpPr/>
            <p:nvPr/>
          </p:nvSpPr>
          <p:spPr>
            <a:xfrm>
              <a:off x="5661909" y="3147380"/>
              <a:ext cx="66" cy="1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2" name="View.ISO.Edge.BearingBlock_edge_10_segment_58_interval_4_Silhouette.1"/>
            <p:cNvSpPr/>
            <p:nvPr/>
          </p:nvSpPr>
          <p:spPr>
            <a:xfrm>
              <a:off x="5661974" y="3147532"/>
              <a:ext cx="104" cy="2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3" name="View.ISO.Edge.BearingBlock_edge_10_segment_58_interval_5_Silhouette.1"/>
            <p:cNvSpPr/>
            <p:nvPr/>
          </p:nvSpPr>
          <p:spPr>
            <a:xfrm>
              <a:off x="5662078" y="3147772"/>
              <a:ext cx="58" cy="1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4" name="View.ISO.Edge.BearingBlock_edge_10_segment_58_interval_6_Silhouette.1"/>
            <p:cNvSpPr/>
            <p:nvPr/>
          </p:nvSpPr>
          <p:spPr>
            <a:xfrm>
              <a:off x="5662137" y="3147906"/>
              <a:ext cx="77" cy="1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5" name="View.ISO.Edge.BearingBlock_edge_10_segment_58_interval_7_Silhouette.1"/>
            <p:cNvSpPr/>
            <p:nvPr/>
          </p:nvSpPr>
          <p:spPr>
            <a:xfrm>
              <a:off x="5662214" y="3148085"/>
              <a:ext cx="36" cy="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6" name="View.ISO.Edge.BearingBlock_edge_10_segment_58_interval_8_Silhouette.1"/>
            <p:cNvSpPr/>
            <p:nvPr/>
          </p:nvSpPr>
          <p:spPr>
            <a:xfrm>
              <a:off x="5662248" y="3148163"/>
              <a:ext cx="51" cy="1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7" name="View.ISO.Edge.BearingBlock_edge_10_segment_58_interval_9_Silhouette.1"/>
            <p:cNvSpPr/>
            <p:nvPr/>
          </p:nvSpPr>
          <p:spPr>
            <a:xfrm>
              <a:off x="5662299" y="3148281"/>
              <a:ext cx="69" cy="1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8" name="View.ISO.Edge.BearingBlock_edge_10_segment_58_interval_10_Silhouette.1"/>
            <p:cNvSpPr/>
            <p:nvPr/>
          </p:nvSpPr>
          <p:spPr>
            <a:xfrm>
              <a:off x="5662369" y="3148441"/>
              <a:ext cx="49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9" name="View.ISO.Edge.BearingBlock_edge_10_segment_58_interval_11_Silhouette.1"/>
            <p:cNvSpPr/>
            <p:nvPr/>
          </p:nvSpPr>
          <p:spPr>
            <a:xfrm>
              <a:off x="5662418" y="3148554"/>
              <a:ext cx="44" cy="1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0" name="View.ISO.Edge.BearingBlock_edge_10_segment_58_interval_12_Silhouette.1"/>
            <p:cNvSpPr/>
            <p:nvPr/>
          </p:nvSpPr>
          <p:spPr>
            <a:xfrm>
              <a:off x="5662462" y="3148655"/>
              <a:ext cx="126" cy="2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1" name="View.ISO.Edge.BearingBlock_edge_10_segment_58_interval_13_Silhouette.1"/>
            <p:cNvSpPr/>
            <p:nvPr/>
          </p:nvSpPr>
          <p:spPr>
            <a:xfrm>
              <a:off x="5662588" y="3148945"/>
              <a:ext cx="37" cy="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2" name="View.ISO.Edge.BearingBlock_edge_10_segment_58_interval_14_Silhouette.1"/>
            <p:cNvSpPr/>
            <p:nvPr/>
          </p:nvSpPr>
          <p:spPr>
            <a:xfrm>
              <a:off x="5662624" y="3149030"/>
              <a:ext cx="133" cy="3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3" name="View.ISO.Edge.BearingBlock_edge_10_segment_58_interval_15_Silhouette.1"/>
            <p:cNvSpPr/>
            <p:nvPr/>
          </p:nvSpPr>
          <p:spPr>
            <a:xfrm>
              <a:off x="5662757" y="31493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4" name="View.ISO.Edge.BearingBlock_edge_10_segment_58_interval_16_Silhouette.1"/>
            <p:cNvSpPr/>
            <p:nvPr/>
          </p:nvSpPr>
          <p:spPr>
            <a:xfrm>
              <a:off x="5662760" y="3149343"/>
              <a:ext cx="36" cy="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5" name="View.ISO.Edge.BearingBlock_edge_10_segment_58_interval_17_Silhouette.1"/>
            <p:cNvSpPr/>
            <p:nvPr/>
          </p:nvSpPr>
          <p:spPr>
            <a:xfrm>
              <a:off x="5662787" y="3149404"/>
              <a:ext cx="59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6" name="View.ISO.Edge.BearingBlock_edge_10_segment_58_interval_18_Silhouette.1"/>
            <p:cNvSpPr/>
            <p:nvPr/>
          </p:nvSpPr>
          <p:spPr>
            <a:xfrm>
              <a:off x="5662846" y="3149541"/>
              <a:ext cx="81" cy="1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7" name="View.ISO.Edge.BearingBlock_edge_10_segment_58_interval_19_Silhouette.1"/>
            <p:cNvSpPr/>
            <p:nvPr/>
          </p:nvSpPr>
          <p:spPr>
            <a:xfrm>
              <a:off x="5662927" y="3149728"/>
              <a:ext cx="36" cy="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8" name="View.ISO.Edge.BearingBlock_edge_10_segment_58_interval_20_Silhouette.1"/>
            <p:cNvSpPr/>
            <p:nvPr/>
          </p:nvSpPr>
          <p:spPr>
            <a:xfrm>
              <a:off x="5662949" y="3149779"/>
              <a:ext cx="148" cy="3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9" name="View.ISO.Edge.BearingBlock_edge_10_segment_58_interval_21_Silhouette.1"/>
            <p:cNvSpPr/>
            <p:nvPr/>
          </p:nvSpPr>
          <p:spPr>
            <a:xfrm>
              <a:off x="5663097" y="315011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0" name="View.ISO.Edge.BearingBlock_edge_10_segment_58_interval_22_Silhouette.1"/>
            <p:cNvSpPr/>
            <p:nvPr/>
          </p:nvSpPr>
          <p:spPr>
            <a:xfrm>
              <a:off x="5663112" y="3150153"/>
              <a:ext cx="155" cy="3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1" name="View.ISO.Edge.BearingBlock_edge_10_segment_58_interval_23_Silhouette.1"/>
            <p:cNvSpPr/>
            <p:nvPr/>
          </p:nvSpPr>
          <p:spPr>
            <a:xfrm>
              <a:off x="5663267" y="31505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2" name="View.ISO.Edge.BearingBlock_edge_10_segment_58_interval_24_Silhouette.1"/>
            <p:cNvSpPr/>
            <p:nvPr/>
          </p:nvSpPr>
          <p:spPr>
            <a:xfrm>
              <a:off x="5663274" y="3150528"/>
              <a:ext cx="36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3" name="View.ISO.Edge.BearingBlock_edge_10_segment_58_interval_25_Silhouette.1"/>
            <p:cNvSpPr/>
            <p:nvPr/>
          </p:nvSpPr>
          <p:spPr>
            <a:xfrm>
              <a:off x="5663306" y="3150601"/>
              <a:ext cx="131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4" name="View.ISO.Edge.BearingBlock_edge_10_segment_58_interval_26_Silhouette.1"/>
            <p:cNvSpPr/>
            <p:nvPr/>
          </p:nvSpPr>
          <p:spPr>
            <a:xfrm>
              <a:off x="5663436" y="31509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5" name="View.ISO.Edge.BearingBlock_edge_10_segment_58_interval_27_Silhouette.1"/>
            <p:cNvSpPr/>
            <p:nvPr/>
          </p:nvSpPr>
          <p:spPr>
            <a:xfrm>
              <a:off x="5663437" y="31509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6" name="View.ISO.Edge.BearingBlock_edge_10_segment_58_interval_28_Silhouette.1"/>
            <p:cNvSpPr/>
            <p:nvPr/>
          </p:nvSpPr>
          <p:spPr>
            <a:xfrm>
              <a:off x="5663442" y="3150915"/>
              <a:ext cx="289" cy="6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7" name="View.ISO.Edge.BearingBlock_edge_10_segment_58_interval_29_Silhouette.1"/>
            <p:cNvSpPr/>
            <p:nvPr/>
          </p:nvSpPr>
          <p:spPr>
            <a:xfrm>
              <a:off x="5663731" y="315158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8" name="View.ISO.Edge.BearingBlock_edge_10_segment_58_interval_30_Silhouette.1"/>
            <p:cNvSpPr/>
            <p:nvPr/>
          </p:nvSpPr>
          <p:spPr>
            <a:xfrm>
              <a:off x="5663739" y="315159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9" name="View.ISO.Edge.BearingBlock_edge_10_segment_58_interval_31_Silhouette.1"/>
            <p:cNvSpPr/>
            <p:nvPr/>
          </p:nvSpPr>
          <p:spPr>
            <a:xfrm>
              <a:off x="5663753" y="3151631"/>
              <a:ext cx="39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0" name="View.ISO.Edge.BearingBlock_edge_10_segment_58_interval_32_Silhouette.1"/>
            <p:cNvSpPr/>
            <p:nvPr/>
          </p:nvSpPr>
          <p:spPr>
            <a:xfrm>
              <a:off x="5663792" y="3151721"/>
              <a:ext cx="238" cy="5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1" name="View.ISO.Edge.BearingBlock_edge_10_segment_58_interval_33_Silhouette.1"/>
            <p:cNvSpPr/>
            <p:nvPr/>
          </p:nvSpPr>
          <p:spPr>
            <a:xfrm>
              <a:off x="5664030" y="3152270"/>
              <a:ext cx="36" cy="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2" name="View.ISO.Edge.BearingBlock_edge_10_segment_58_interval_34_Silhouette.1"/>
            <p:cNvSpPr/>
            <p:nvPr/>
          </p:nvSpPr>
          <p:spPr>
            <a:xfrm>
              <a:off x="5664046" y="3152307"/>
              <a:ext cx="283" cy="6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3" name="View.ISO.Edge.BearingBlock_edge_10_segment_58_interval_35_Silhouette.1"/>
            <p:cNvSpPr/>
            <p:nvPr/>
          </p:nvSpPr>
          <p:spPr>
            <a:xfrm>
              <a:off x="5664329" y="3152958"/>
              <a:ext cx="36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4" name="View.ISO.Edge.BearingBlock_edge_10_segment_58_interval_36_Silhouette.1"/>
            <p:cNvSpPr/>
            <p:nvPr/>
          </p:nvSpPr>
          <p:spPr>
            <a:xfrm>
              <a:off x="5664353" y="3153015"/>
              <a:ext cx="89" cy="2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5" name="View.ISO.Edge.BearingBlock_edge_10_segment_59_interval_0_Silhouette.1"/>
            <p:cNvSpPr/>
            <p:nvPr/>
          </p:nvSpPr>
          <p:spPr>
            <a:xfrm>
              <a:off x="5664442" y="3153219"/>
              <a:ext cx="227" cy="3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6" name="View.ISO.Edge.BearingBlock_edge_10_segment_59_interval_1_Silhouette.1"/>
            <p:cNvSpPr/>
            <p:nvPr/>
          </p:nvSpPr>
          <p:spPr>
            <a:xfrm>
              <a:off x="5664669" y="3153585"/>
              <a:ext cx="42" cy="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7" name="View.ISO.Edge.BearingBlock_edge_10_segment_59_interval_2_Silhouette.1"/>
            <p:cNvSpPr/>
            <p:nvPr/>
          </p:nvSpPr>
          <p:spPr>
            <a:xfrm>
              <a:off x="5664710" y="3153652"/>
              <a:ext cx="324" cy="5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8" name="View.ISO.Edge.BearingBlock_edge_10_segment_59_interval_3_Silhouette.1"/>
            <p:cNvSpPr/>
            <p:nvPr/>
          </p:nvSpPr>
          <p:spPr>
            <a:xfrm>
              <a:off x="5665034" y="3154175"/>
              <a:ext cx="54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9" name="View.ISO.Edge.BearingBlock_edge_10_segment_59_interval_4_Silhouette.1"/>
            <p:cNvSpPr/>
            <p:nvPr/>
          </p:nvSpPr>
          <p:spPr>
            <a:xfrm>
              <a:off x="5665088" y="3154262"/>
              <a:ext cx="311" cy="5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0" name="View.ISO.Edge.BearingBlock_edge_10_segment_59_interval_5_Silhouette.1"/>
            <p:cNvSpPr/>
            <p:nvPr/>
          </p:nvSpPr>
          <p:spPr>
            <a:xfrm>
              <a:off x="5665399" y="3154764"/>
              <a:ext cx="66" cy="1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1" name="View.ISO.Edge.BearingBlock_edge_10_segment_59_interval_6_Silhouette.1"/>
            <p:cNvSpPr/>
            <p:nvPr/>
          </p:nvSpPr>
          <p:spPr>
            <a:xfrm>
              <a:off x="5665466" y="3154871"/>
              <a:ext cx="299" cy="4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2" name="View.ISO.Edge.BearingBlock_edge_10_segment_59_interval_7_Silhouette.1"/>
            <p:cNvSpPr/>
            <p:nvPr/>
          </p:nvSpPr>
          <p:spPr>
            <a:xfrm>
              <a:off x="5665764" y="3155353"/>
              <a:ext cx="79" cy="1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3" name="View.ISO.Edge.BearingBlock_edge_10_segment_59_interval_8_Silhouette.1"/>
            <p:cNvSpPr/>
            <p:nvPr/>
          </p:nvSpPr>
          <p:spPr>
            <a:xfrm>
              <a:off x="5665843" y="3155481"/>
              <a:ext cx="286" cy="4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4" name="View.ISO.Edge.BearingBlock_edge_10_segment_59_interval_9_Silhouette.1"/>
            <p:cNvSpPr/>
            <p:nvPr/>
          </p:nvSpPr>
          <p:spPr>
            <a:xfrm>
              <a:off x="5666129" y="3155943"/>
              <a:ext cx="91" cy="1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5" name="View.ISO.Edge.BearingBlock_edge_10_segment_59_interval_10_Silhouette.1"/>
            <p:cNvSpPr/>
            <p:nvPr/>
          </p:nvSpPr>
          <p:spPr>
            <a:xfrm>
              <a:off x="5666221" y="3156090"/>
              <a:ext cx="274" cy="4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6" name="View.ISO.Edge.BearingBlock_edge_10_segment_59_interval_11_Silhouette.1"/>
            <p:cNvSpPr/>
            <p:nvPr/>
          </p:nvSpPr>
          <p:spPr>
            <a:xfrm>
              <a:off x="5666495" y="3156532"/>
              <a:ext cx="104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7" name="View.ISO.Edge.BearingBlock_edge_10_segment_59_interval_12_Silhouette.1"/>
            <p:cNvSpPr/>
            <p:nvPr/>
          </p:nvSpPr>
          <p:spPr>
            <a:xfrm>
              <a:off x="5666598" y="3156699"/>
              <a:ext cx="155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8" name="View.ISO.Edge.BearingBlock_edge_10_segment_59_interval_13_Silhouette.1"/>
            <p:cNvSpPr/>
            <p:nvPr/>
          </p:nvSpPr>
          <p:spPr>
            <a:xfrm>
              <a:off x="5666753" y="3156949"/>
              <a:ext cx="107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9" name="View.ISO.Edge.BearingBlock_edge_10_segment_59_interval_14_Silhouette.1"/>
            <p:cNvSpPr/>
            <p:nvPr/>
          </p:nvSpPr>
          <p:spPr>
            <a:xfrm>
              <a:off x="5666860" y="3157121"/>
              <a:ext cx="116" cy="1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0" name="View.ISO.Edge.BearingBlock_edge_10_segment_59_interval_15_Silhouette.1"/>
            <p:cNvSpPr/>
            <p:nvPr/>
          </p:nvSpPr>
          <p:spPr>
            <a:xfrm>
              <a:off x="5666976" y="3157309"/>
              <a:ext cx="249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1" name="View.ISO.Edge.BearingBlock_edge_10_segment_59_interval_16_Silhouette.1"/>
            <p:cNvSpPr/>
            <p:nvPr/>
          </p:nvSpPr>
          <p:spPr>
            <a:xfrm>
              <a:off x="5667225" y="3157711"/>
              <a:ext cx="129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2" name="View.ISO.Edge.BearingBlock_edge_10_segment_59_interval_17_Silhouette.1"/>
            <p:cNvSpPr/>
            <p:nvPr/>
          </p:nvSpPr>
          <p:spPr>
            <a:xfrm>
              <a:off x="5667354" y="3157918"/>
              <a:ext cx="237" cy="3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3" name="View.ISO.Edge.BearingBlock_edge_10_segment_59_interval_18_Silhouette.1"/>
            <p:cNvSpPr/>
            <p:nvPr/>
          </p:nvSpPr>
          <p:spPr>
            <a:xfrm>
              <a:off x="5667590" y="3158300"/>
              <a:ext cx="141" cy="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4" name="View.ISO.Edge.BearingBlock_edge_10_segment_59_interval_19_Silhouette.1"/>
            <p:cNvSpPr/>
            <p:nvPr/>
          </p:nvSpPr>
          <p:spPr>
            <a:xfrm>
              <a:off x="5667731" y="3158527"/>
              <a:ext cx="224" cy="3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5" name="View.ISO.Edge.BearingBlock_edge_10_segment_59_interval_20_Silhouette.1"/>
            <p:cNvSpPr/>
            <p:nvPr/>
          </p:nvSpPr>
          <p:spPr>
            <a:xfrm>
              <a:off x="5667956" y="3158889"/>
              <a:ext cx="153" cy="2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6" name="View.ISO.Edge.BearingBlock_edge_10_segment_59_interval_21_Silhouette.1"/>
            <p:cNvSpPr/>
            <p:nvPr/>
          </p:nvSpPr>
          <p:spPr>
            <a:xfrm>
              <a:off x="5668109" y="315913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7" name="View.ISO.Edge.BearingBlock_edge_10_segment_60_interval_0_Silhouette.1"/>
            <p:cNvSpPr/>
            <p:nvPr/>
          </p:nvSpPr>
          <p:spPr>
            <a:xfrm>
              <a:off x="5668121" y="3159156"/>
              <a:ext cx="229" cy="2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8" name="View.ISO.Edge.BearingBlock_edge_10_segment_60_interval_1_Silhouette.1"/>
            <p:cNvSpPr/>
            <p:nvPr/>
          </p:nvSpPr>
          <p:spPr>
            <a:xfrm>
              <a:off x="5668350" y="3159435"/>
              <a:ext cx="192" cy="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9" name="View.ISO.Edge.BearingBlock_edge_10_segment_60_interval_2_Silhouette.1"/>
            <p:cNvSpPr/>
            <p:nvPr/>
          </p:nvSpPr>
          <p:spPr>
            <a:xfrm>
              <a:off x="5668542" y="3159669"/>
              <a:ext cx="226" cy="2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0" name="View.ISO.Edge.BearingBlock_edge_10_segment_60_interval_3_Silhouette.1"/>
            <p:cNvSpPr/>
            <p:nvPr/>
          </p:nvSpPr>
          <p:spPr>
            <a:xfrm>
              <a:off x="5668768" y="3159946"/>
              <a:ext cx="208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1" name="View.ISO.Edge.BearingBlock_edge_10_segment_60_interval_4_Silhouette.1"/>
            <p:cNvSpPr/>
            <p:nvPr/>
          </p:nvSpPr>
          <p:spPr>
            <a:xfrm>
              <a:off x="5668976" y="3160200"/>
              <a:ext cx="210" cy="2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2" name="View.ISO.Edge.BearingBlock_edge_10_segment_60_interval_5_Silhouette.1"/>
            <p:cNvSpPr/>
            <p:nvPr/>
          </p:nvSpPr>
          <p:spPr>
            <a:xfrm>
              <a:off x="5669186" y="3160456"/>
              <a:ext cx="224" cy="2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3" name="View.ISO.Edge.BearingBlock_edge_10_segment_60_interval_6_Silhouette.1"/>
            <p:cNvSpPr/>
            <p:nvPr/>
          </p:nvSpPr>
          <p:spPr>
            <a:xfrm>
              <a:off x="5669410" y="3160730"/>
              <a:ext cx="194" cy="2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4" name="View.ISO.Edge.BearingBlock_edge_10_segment_60_interval_7_Silhouette.1"/>
            <p:cNvSpPr/>
            <p:nvPr/>
          </p:nvSpPr>
          <p:spPr>
            <a:xfrm>
              <a:off x="5669604" y="3160966"/>
              <a:ext cx="241" cy="2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5" name="View.ISO.Edge.BearingBlock_edge_10_segment_60_interval_8_Silhouette.1"/>
            <p:cNvSpPr/>
            <p:nvPr/>
          </p:nvSpPr>
          <p:spPr>
            <a:xfrm>
              <a:off x="5669845" y="316126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6" name="View.ISO.Edge.BearingBlock_edge_10_segment_60_interval_9_Silhouette.1"/>
            <p:cNvSpPr/>
            <p:nvPr/>
          </p:nvSpPr>
          <p:spPr>
            <a:xfrm>
              <a:off x="5669857" y="3161275"/>
              <a:ext cx="166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7" name="View.ISO.Edge.BearingBlock_edge_10_segment_60_interval_10_Silhouette.1"/>
            <p:cNvSpPr/>
            <p:nvPr/>
          </p:nvSpPr>
          <p:spPr>
            <a:xfrm>
              <a:off x="5670022" y="3161477"/>
              <a:ext cx="257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8" name="View.ISO.Edge.BearingBlock_edge_10_segment_60_interval_11_Silhouette.1"/>
            <p:cNvSpPr/>
            <p:nvPr/>
          </p:nvSpPr>
          <p:spPr>
            <a:xfrm>
              <a:off x="5670279" y="3161790"/>
              <a:ext cx="161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9" name="View.ISO.Edge.BearingBlock_edge_10_segment_60_interval_12_Silhouette.1"/>
            <p:cNvSpPr/>
            <p:nvPr/>
          </p:nvSpPr>
          <p:spPr>
            <a:xfrm>
              <a:off x="5670440" y="3161987"/>
              <a:ext cx="273" cy="3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0" name="View.ISO.Edge.BearingBlock_edge_10_segment_60_interval_13_Silhouette.1"/>
            <p:cNvSpPr/>
            <p:nvPr/>
          </p:nvSpPr>
          <p:spPr>
            <a:xfrm>
              <a:off x="5670714" y="3162321"/>
              <a:ext cx="145" cy="1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1" name="View.ISO.Edge.BearingBlock_edge_10_segment_60_interval_14_Silhouette.1"/>
            <p:cNvSpPr/>
            <p:nvPr/>
          </p:nvSpPr>
          <p:spPr>
            <a:xfrm>
              <a:off x="5670858" y="3162497"/>
              <a:ext cx="290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2" name="View.ISO.Edge.BearingBlock_edge_10_segment_60_interval_15_Silhouette.1"/>
            <p:cNvSpPr/>
            <p:nvPr/>
          </p:nvSpPr>
          <p:spPr>
            <a:xfrm>
              <a:off x="5671148" y="3162851"/>
              <a:ext cx="128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3" name="View.ISO.Edge.BearingBlock_edge_10_segment_60_interval_16_Silhouette.1"/>
            <p:cNvSpPr/>
            <p:nvPr/>
          </p:nvSpPr>
          <p:spPr>
            <a:xfrm>
              <a:off x="5671276" y="3163008"/>
              <a:ext cx="306" cy="3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4" name="View.ISO.Edge.BearingBlock_edge_10_segment_60_interval_17_Silhouette.1"/>
            <p:cNvSpPr/>
            <p:nvPr/>
          </p:nvSpPr>
          <p:spPr>
            <a:xfrm>
              <a:off x="5671582" y="316338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5" name="View.ISO.Edge.BearingBlock_edge_10_segment_60_interval_18_Silhouette.1"/>
            <p:cNvSpPr/>
            <p:nvPr/>
          </p:nvSpPr>
          <p:spPr>
            <a:xfrm>
              <a:off x="5671601" y="3163405"/>
              <a:ext cx="93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6" name="View.ISO.Edge.BearingBlock_edge_10_segment_60_interval_19_Silhouette.1"/>
            <p:cNvSpPr/>
            <p:nvPr/>
          </p:nvSpPr>
          <p:spPr>
            <a:xfrm>
              <a:off x="5671694" y="3163518"/>
              <a:ext cx="322" cy="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7" name="View.ISO.Edge.BearingBlock_edge_10_segment_60_interval_20_Silhouette.1"/>
            <p:cNvSpPr/>
            <p:nvPr/>
          </p:nvSpPr>
          <p:spPr>
            <a:xfrm>
              <a:off x="5672017" y="3163911"/>
              <a:ext cx="9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8" name="View.ISO.Edge.BearingBlock_edge_10_segment_60_interval_21_Silhouette.1"/>
            <p:cNvSpPr/>
            <p:nvPr/>
          </p:nvSpPr>
          <p:spPr>
            <a:xfrm>
              <a:off x="5672112" y="3164028"/>
              <a:ext cx="339" cy="4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9" name="View.ISO.Edge.BearingBlock_edge_10_segment_60_interval_22_Silhouette.1"/>
            <p:cNvSpPr/>
            <p:nvPr/>
          </p:nvSpPr>
          <p:spPr>
            <a:xfrm>
              <a:off x="5672451" y="3164442"/>
              <a:ext cx="79" cy="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0" name="View.ISO.Edge.BearingBlock_edge_10_segment_60_interval_23_Silhouette.1"/>
            <p:cNvSpPr/>
            <p:nvPr/>
          </p:nvSpPr>
          <p:spPr>
            <a:xfrm>
              <a:off x="5672530" y="3164538"/>
              <a:ext cx="259" cy="3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1" name="View.ISO.Edge.BearingBlock_edge_10_segment_61_interval_0_Silhouette.1"/>
            <p:cNvSpPr/>
            <p:nvPr/>
          </p:nvSpPr>
          <p:spPr>
            <a:xfrm>
              <a:off x="5672790" y="3164855"/>
              <a:ext cx="106" cy="1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2" name="View.ISO.Edge.BearingBlock_edge_10_segment_61_interval_1_Silhouette.1"/>
            <p:cNvSpPr/>
            <p:nvPr/>
          </p:nvSpPr>
          <p:spPr>
            <a:xfrm>
              <a:off x="5672896" y="3164957"/>
              <a:ext cx="69" cy="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3" name="View.ISO.Edge.BearingBlock_edge_10_segment_61_interval_2_Silhouette.1"/>
            <p:cNvSpPr/>
            <p:nvPr/>
          </p:nvSpPr>
          <p:spPr>
            <a:xfrm>
              <a:off x="5672965" y="3165024"/>
              <a:ext cx="413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4" name="View.ISO.Edge.BearingBlock_edge_10_segment_61_interval_3_Silhouette.1"/>
            <p:cNvSpPr/>
            <p:nvPr/>
          </p:nvSpPr>
          <p:spPr>
            <a:xfrm>
              <a:off x="5673378" y="3165422"/>
              <a:ext cx="49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5" name="View.ISO.Edge.BearingBlock_edge_10_segment_61_interval_4_Silhouette.1"/>
            <p:cNvSpPr/>
            <p:nvPr/>
          </p:nvSpPr>
          <p:spPr>
            <a:xfrm>
              <a:off x="5673427" y="3165469"/>
              <a:ext cx="433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6" name="View.ISO.Edge.BearingBlock_edge_10_segment_61_interval_5_Silhouette.1"/>
            <p:cNvSpPr/>
            <p:nvPr/>
          </p:nvSpPr>
          <p:spPr>
            <a:xfrm>
              <a:off x="5673860" y="316588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7" name="View.ISO.Edge.BearingBlock_edge_10_segment_61_interval_6_Silhouette.1"/>
            <p:cNvSpPr/>
            <p:nvPr/>
          </p:nvSpPr>
          <p:spPr>
            <a:xfrm>
              <a:off x="5673889" y="3165914"/>
              <a:ext cx="359" cy="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8" name="View.ISO.Edge.BearingBlock_edge_10_segment_61_interval_7_Silhouette.1"/>
            <p:cNvSpPr/>
            <p:nvPr/>
          </p:nvSpPr>
          <p:spPr>
            <a:xfrm>
              <a:off x="5674248" y="3166260"/>
              <a:ext cx="94" cy="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9" name="View.ISO.Edge.BearingBlock_edge_10_segment_61_interval_8_Silhouette.1"/>
            <p:cNvSpPr/>
            <p:nvPr/>
          </p:nvSpPr>
          <p:spPr>
            <a:xfrm>
              <a:off x="5674341" y="316635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0" name="View.ISO.Edge.BearingBlock_edge_10_segment_61_interval_9_Silhouette.1"/>
            <p:cNvSpPr/>
            <p:nvPr/>
          </p:nvSpPr>
          <p:spPr>
            <a:xfrm>
              <a:off x="5674350" y="3166358"/>
              <a:ext cx="208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1" name="View.ISO.Edge.BearingBlock_edge_10_segment_61_interval_10_Silhouette.1"/>
            <p:cNvSpPr/>
            <p:nvPr/>
          </p:nvSpPr>
          <p:spPr>
            <a:xfrm>
              <a:off x="5674559" y="3166559"/>
              <a:ext cx="350" cy="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2" name="View.ISO.Edge.BearingBlock_edge_10_segment_61_interval_11_Silhouette.1"/>
            <p:cNvSpPr/>
            <p:nvPr/>
          </p:nvSpPr>
          <p:spPr>
            <a:xfrm>
              <a:off x="5674909" y="316689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3" name="View.ISO.Edge.BearingBlock_edge_10_segment_61_interval_12_Silhouette.1"/>
            <p:cNvSpPr/>
            <p:nvPr/>
          </p:nvSpPr>
          <p:spPr>
            <a:xfrm>
              <a:off x="5674922" y="3166909"/>
              <a:ext cx="271" cy="2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4" name="View.ISO.Edge.BearingBlock_edge_10_segment_61_interval_13_Silhouette.1"/>
            <p:cNvSpPr/>
            <p:nvPr/>
          </p:nvSpPr>
          <p:spPr>
            <a:xfrm>
              <a:off x="5675193" y="3167170"/>
              <a:ext cx="278" cy="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5" name="View.ISO.Edge.BearingBlock_edge_10_segment_61_interval_14_Silhouette.1"/>
            <p:cNvSpPr/>
            <p:nvPr/>
          </p:nvSpPr>
          <p:spPr>
            <a:xfrm>
              <a:off x="5675471" y="3167438"/>
              <a:ext cx="76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6" name="View.ISO.Edge.BearingBlock_edge_10_segment_61_interval_15_Silhouette.1"/>
            <p:cNvSpPr/>
            <p:nvPr/>
          </p:nvSpPr>
          <p:spPr>
            <a:xfrm>
              <a:off x="5675547" y="3167511"/>
              <a:ext cx="37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7" name="View.ISO.Edge.BearingBlock_edge_10_segment_61_interval_16_Silhouette.1"/>
            <p:cNvSpPr/>
            <p:nvPr/>
          </p:nvSpPr>
          <p:spPr>
            <a:xfrm>
              <a:off x="5675584" y="3167547"/>
              <a:ext cx="601" cy="5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8" name="View.ISO.Edge.BearingBlock_edge_10_segment_61_interval_17_Silhouette.1"/>
            <p:cNvSpPr/>
            <p:nvPr/>
          </p:nvSpPr>
          <p:spPr>
            <a:xfrm>
              <a:off x="5676185" y="3168126"/>
              <a:ext cx="61" cy="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9" name="View.ISO.Edge.BearingBlock_edge_10_segment_61_interval_18_Silhouette.1"/>
            <p:cNvSpPr/>
            <p:nvPr/>
          </p:nvSpPr>
          <p:spPr>
            <a:xfrm>
              <a:off x="5676246" y="3168185"/>
              <a:ext cx="577" cy="5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0" name="View.ISO.Edge.BearingBlock_edge_10_segment_61_interval_19_Silhouette.1"/>
            <p:cNvSpPr/>
            <p:nvPr/>
          </p:nvSpPr>
          <p:spPr>
            <a:xfrm>
              <a:off x="5676823" y="3168741"/>
              <a:ext cx="85" cy="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1" name="View.ISO.Edge.BearingBlock_edge_10_segment_61_interval_20_Silhouette.1"/>
            <p:cNvSpPr/>
            <p:nvPr/>
          </p:nvSpPr>
          <p:spPr>
            <a:xfrm>
              <a:off x="5676908" y="3168822"/>
              <a:ext cx="553" cy="5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2" name="View.ISO.Edge.BearingBlock_edge_10_segment_61_interval_21_Silhouette.1"/>
            <p:cNvSpPr/>
            <p:nvPr/>
          </p:nvSpPr>
          <p:spPr>
            <a:xfrm>
              <a:off x="5677461" y="3169355"/>
              <a:ext cx="109" cy="1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3" name="View.ISO.Edge.BearingBlock_edge_10_segment_61_interval_22_Silhouette.1"/>
            <p:cNvSpPr/>
            <p:nvPr/>
          </p:nvSpPr>
          <p:spPr>
            <a:xfrm>
              <a:off x="5677570" y="3169460"/>
              <a:ext cx="529" cy="5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4" name="View.ISO.Edge.BearingBlock_edge_10_segment_61_interval_23_Silhouette.1"/>
            <p:cNvSpPr/>
            <p:nvPr/>
          </p:nvSpPr>
          <p:spPr>
            <a:xfrm>
              <a:off x="5678100" y="3169970"/>
              <a:ext cx="133" cy="1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5" name="View.ISO.Edge.BearingBlock_edge_10_segment_61_interval_24_Silhouette.1"/>
            <p:cNvSpPr/>
            <p:nvPr/>
          </p:nvSpPr>
          <p:spPr>
            <a:xfrm>
              <a:off x="5678232" y="3170097"/>
              <a:ext cx="172" cy="1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6" name="View.ISO.Edge.BearingBlock_edge_10_segment_62_interval_0_Silhouette.1"/>
            <p:cNvSpPr/>
            <p:nvPr/>
          </p:nvSpPr>
          <p:spPr>
            <a:xfrm>
              <a:off x="5678404" y="3170263"/>
              <a:ext cx="372" cy="2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7" name="View.ISO.Edge.BearingBlock_edge_10_segment_62_interval_1_Silhouette.1"/>
            <p:cNvSpPr/>
            <p:nvPr/>
          </p:nvSpPr>
          <p:spPr>
            <a:xfrm>
              <a:off x="5678776" y="3170553"/>
              <a:ext cx="177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8" name="View.ISO.Edge.BearingBlock_edge_10_segment_62_interval_2_Silhouette.1"/>
            <p:cNvSpPr/>
            <p:nvPr/>
          </p:nvSpPr>
          <p:spPr>
            <a:xfrm>
              <a:off x="5678953" y="3170691"/>
              <a:ext cx="535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9" name="View.ISO.Edge.BearingBlock_edge_10_segment_62_interval_3_Silhouette.1"/>
            <p:cNvSpPr/>
            <p:nvPr/>
          </p:nvSpPr>
          <p:spPr>
            <a:xfrm>
              <a:off x="5679488" y="3171107"/>
              <a:ext cx="207" cy="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0" name="View.ISO.Edge.BearingBlock_edge_10_segment_62_interval_4_Silhouette.1"/>
            <p:cNvSpPr/>
            <p:nvPr/>
          </p:nvSpPr>
          <p:spPr>
            <a:xfrm>
              <a:off x="5679695" y="3171268"/>
              <a:ext cx="505" cy="3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1" name="View.ISO.Edge.BearingBlock_edge_10_segment_62_interval_5_Silhouette.1"/>
            <p:cNvSpPr/>
            <p:nvPr/>
          </p:nvSpPr>
          <p:spPr>
            <a:xfrm>
              <a:off x="5680200" y="3171661"/>
              <a:ext cx="237" cy="1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2" name="View.ISO.Edge.BearingBlock_edge_10_segment_62_interval_6_Silhouette.1"/>
            <p:cNvSpPr/>
            <p:nvPr/>
          </p:nvSpPr>
          <p:spPr>
            <a:xfrm>
              <a:off x="5680437" y="3171846"/>
              <a:ext cx="475" cy="3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3" name="View.ISO.Edge.BearingBlock_edge_10_segment_62_interval_7_Silhouette.1"/>
            <p:cNvSpPr/>
            <p:nvPr/>
          </p:nvSpPr>
          <p:spPr>
            <a:xfrm>
              <a:off x="5680912" y="3172216"/>
              <a:ext cx="267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4" name="View.ISO.Edge.BearingBlock_edge_10_segment_62_interval_8_Silhouette.1"/>
            <p:cNvSpPr/>
            <p:nvPr/>
          </p:nvSpPr>
          <p:spPr>
            <a:xfrm>
              <a:off x="5681179" y="3172423"/>
              <a:ext cx="445" cy="3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5" name="View.ISO.Edge.BearingBlock_edge_10_segment_62_interval_9_Silhouette.1"/>
            <p:cNvSpPr/>
            <p:nvPr/>
          </p:nvSpPr>
          <p:spPr>
            <a:xfrm>
              <a:off x="5681624" y="3172770"/>
              <a:ext cx="296" cy="2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6" name="View.ISO.Edge.BearingBlock_edge_10_segment_62_interval_10_Silhouette.1"/>
            <p:cNvSpPr/>
            <p:nvPr/>
          </p:nvSpPr>
          <p:spPr>
            <a:xfrm>
              <a:off x="5681921" y="3173001"/>
              <a:ext cx="416" cy="3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7" name="View.ISO.Edge.BearingBlock_edge_10_segment_62_interval_11_Silhouette.1"/>
            <p:cNvSpPr/>
            <p:nvPr/>
          </p:nvSpPr>
          <p:spPr>
            <a:xfrm>
              <a:off x="5682336" y="3173324"/>
              <a:ext cx="326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8" name="View.ISO.Edge.BearingBlock_edge_10_segment_62_interval_12_Silhouette.1"/>
            <p:cNvSpPr/>
            <p:nvPr/>
          </p:nvSpPr>
          <p:spPr>
            <a:xfrm>
              <a:off x="5682663" y="3173578"/>
              <a:ext cx="386" cy="3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9" name="View.ISO.Edge.BearingBlock_edge_10_segment_62_interval_13_Silhouette.1"/>
            <p:cNvSpPr/>
            <p:nvPr/>
          </p:nvSpPr>
          <p:spPr>
            <a:xfrm>
              <a:off x="5683048" y="3173879"/>
              <a:ext cx="356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0" name="View.ISO.Edge.BearingBlock_edge_10_segment_62_interval_14_Silhouette.1"/>
            <p:cNvSpPr/>
            <p:nvPr/>
          </p:nvSpPr>
          <p:spPr>
            <a:xfrm>
              <a:off x="5683405" y="3174156"/>
              <a:ext cx="356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1" name="View.ISO.Edge.BearingBlock_edge_10_segment_62_interval_15_Silhouette.1"/>
            <p:cNvSpPr/>
            <p:nvPr/>
          </p:nvSpPr>
          <p:spPr>
            <a:xfrm>
              <a:off x="5683760" y="3174433"/>
              <a:ext cx="386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2" name="View.ISO.Edge.BearingBlock_edge_10_segment_62_interval_16_Silhouette.1"/>
            <p:cNvSpPr/>
            <p:nvPr/>
          </p:nvSpPr>
          <p:spPr>
            <a:xfrm>
              <a:off x="5684146" y="3174733"/>
              <a:ext cx="326" cy="2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3" name="View.ISO.Edge.BearingBlock_edge_10_segment_62_interval_17_Silhouette.1"/>
            <p:cNvSpPr/>
            <p:nvPr/>
          </p:nvSpPr>
          <p:spPr>
            <a:xfrm>
              <a:off x="5684472" y="3174987"/>
              <a:ext cx="416" cy="3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4" name="View.ISO.Edge.BearingBlock_edge_10_segment_62_interval_18_Silhouette.1"/>
            <p:cNvSpPr/>
            <p:nvPr/>
          </p:nvSpPr>
          <p:spPr>
            <a:xfrm>
              <a:off x="5684888" y="31753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5" name="View.ISO.Edge.BearingBlock_edge_10_segment_63_interval_0_Silhouette.1"/>
            <p:cNvSpPr/>
            <p:nvPr/>
          </p:nvSpPr>
          <p:spPr>
            <a:xfrm>
              <a:off x="5684909" y="3175327"/>
              <a:ext cx="302" cy="1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6" name="View.ISO.Edge.BearingBlock_edge_10_segment_63_interval_1_Silhouette.1"/>
            <p:cNvSpPr/>
            <p:nvPr/>
          </p:nvSpPr>
          <p:spPr>
            <a:xfrm>
              <a:off x="5685211" y="3175519"/>
              <a:ext cx="492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7" name="View.ISO.Edge.BearingBlock_edge_10_segment_63_interval_2_Silhouette.1"/>
            <p:cNvSpPr/>
            <p:nvPr/>
          </p:nvSpPr>
          <p:spPr>
            <a:xfrm>
              <a:off x="5685704" y="3175833"/>
              <a:ext cx="217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8" name="View.ISO.Edge.BearingBlock_edge_10_segment_63_interval_3_Silhouette.1"/>
            <p:cNvSpPr/>
            <p:nvPr/>
          </p:nvSpPr>
          <p:spPr>
            <a:xfrm>
              <a:off x="5685920" y="3175971"/>
              <a:ext cx="72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9" name="View.ISO.Edge.BearingBlock_edge_10_segment_63_interval_4_Silhouette.1"/>
            <p:cNvSpPr/>
            <p:nvPr/>
          </p:nvSpPr>
          <p:spPr>
            <a:xfrm>
              <a:off x="5685992" y="3176017"/>
              <a:ext cx="529" cy="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0" name="View.ISO.Edge.BearingBlock_edge_10_segment_63_interval_5_Silhouette.1"/>
            <p:cNvSpPr/>
            <p:nvPr/>
          </p:nvSpPr>
          <p:spPr>
            <a:xfrm>
              <a:off x="5686521" y="3176354"/>
              <a:ext cx="253" cy="1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1" name="View.ISO.Edge.BearingBlock_edge_10_segment_63_interval_6_Silhouette.1"/>
            <p:cNvSpPr/>
            <p:nvPr/>
          </p:nvSpPr>
          <p:spPr>
            <a:xfrm>
              <a:off x="5686774" y="3176515"/>
              <a:ext cx="565" cy="3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2" name="View.ISO.Edge.BearingBlock_edge_10_segment_63_interval_7_Silhouette.1"/>
            <p:cNvSpPr/>
            <p:nvPr/>
          </p:nvSpPr>
          <p:spPr>
            <a:xfrm>
              <a:off x="5687338" y="3176875"/>
              <a:ext cx="217" cy="1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3" name="View.ISO.Edge.BearingBlock_edge_10_segment_63_interval_8_Silhouette.1"/>
            <p:cNvSpPr/>
            <p:nvPr/>
          </p:nvSpPr>
          <p:spPr>
            <a:xfrm>
              <a:off x="5687555" y="3177013"/>
              <a:ext cx="601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4" name="View.ISO.Edge.BearingBlock_edge_10_segment_63_interval_9_Silhouette.1"/>
            <p:cNvSpPr/>
            <p:nvPr/>
          </p:nvSpPr>
          <p:spPr>
            <a:xfrm>
              <a:off x="5688156" y="3177395"/>
              <a:ext cx="181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5" name="View.ISO.Edge.BearingBlock_edge_10_segment_63_interval_10_Silhouette.1"/>
            <p:cNvSpPr/>
            <p:nvPr/>
          </p:nvSpPr>
          <p:spPr>
            <a:xfrm>
              <a:off x="5688336" y="3177510"/>
              <a:ext cx="637" cy="4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6" name="View.ISO.Edge.BearingBlock_edge_10_segment_63_interval_11_Silhouette.1"/>
            <p:cNvSpPr/>
            <p:nvPr/>
          </p:nvSpPr>
          <p:spPr>
            <a:xfrm>
              <a:off x="5688973" y="3177916"/>
              <a:ext cx="144" cy="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7" name="View.ISO.Edge.BearingBlock_edge_10_segment_63_interval_12_Silhouette.1"/>
            <p:cNvSpPr/>
            <p:nvPr/>
          </p:nvSpPr>
          <p:spPr>
            <a:xfrm>
              <a:off x="5689118" y="3178008"/>
              <a:ext cx="673" cy="4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8" name="View.ISO.Edge.BearingBlock_edge_10_segment_63_interval_13_Silhouette.1"/>
            <p:cNvSpPr/>
            <p:nvPr/>
          </p:nvSpPr>
          <p:spPr>
            <a:xfrm>
              <a:off x="5689791" y="3178437"/>
              <a:ext cx="108" cy="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9" name="View.ISO.Edge.BearingBlock_edge_10_segment_63_interval_14_Silhouette.1"/>
            <p:cNvSpPr/>
            <p:nvPr/>
          </p:nvSpPr>
          <p:spPr>
            <a:xfrm>
              <a:off x="5689899" y="3178506"/>
              <a:ext cx="709" cy="4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0" name="View.ISO.Edge.BearingBlock_edge_10_segment_63_interval_15_Silhouette.1"/>
            <p:cNvSpPr/>
            <p:nvPr/>
          </p:nvSpPr>
          <p:spPr>
            <a:xfrm>
              <a:off x="5690608" y="3178957"/>
              <a:ext cx="72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1" name="View.ISO.Edge.BearingBlock_edge_10_segment_63_interval_16_Silhouette.1"/>
            <p:cNvSpPr/>
            <p:nvPr/>
          </p:nvSpPr>
          <p:spPr>
            <a:xfrm>
              <a:off x="5690680" y="3179003"/>
              <a:ext cx="745" cy="4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2" name="View.ISO.Edge.BearingBlock_edge_10_segment_63_interval_17_Silhouette.1"/>
            <p:cNvSpPr/>
            <p:nvPr/>
          </p:nvSpPr>
          <p:spPr>
            <a:xfrm>
              <a:off x="5691425" y="317947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3" name="View.ISO.Edge.BearingBlock_edge_10_segment_63_interval_18_Silhouette.1"/>
            <p:cNvSpPr/>
            <p:nvPr/>
          </p:nvSpPr>
          <p:spPr>
            <a:xfrm>
              <a:off x="5691462" y="3179501"/>
              <a:ext cx="781" cy="4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4" name="View.ISO.Edge.BearingBlock_edge_11_segment_0_interval_0_Visible.1"/>
            <p:cNvSpPr/>
            <p:nvPr/>
          </p:nvSpPr>
          <p:spPr>
            <a:xfrm flipV="1">
              <a:off x="4492286" y="3304929"/>
              <a:ext cx="36" cy="272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5" name="View.ISO.Edge.BearingBlock_edge_13_segment_0_interval_0_Visible.1"/>
            <p:cNvSpPr/>
            <p:nvPr/>
          </p:nvSpPr>
          <p:spPr>
            <a:xfrm flipV="1">
              <a:off x="5475857" y="3872794"/>
              <a:ext cx="36" cy="272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6" name="View.ISO.Edge.BearingBlock_edge_14_segment_0_interval_0_Visible.1"/>
            <p:cNvSpPr/>
            <p:nvPr/>
          </p:nvSpPr>
          <p:spPr>
            <a:xfrm flipV="1">
              <a:off x="7049571" y="2964210"/>
              <a:ext cx="36" cy="272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7" name="View.ISO.Edge.BearingBlock_edge_2_segment_0_interval_0_Visible.1"/>
            <p:cNvSpPr/>
            <p:nvPr/>
          </p:nvSpPr>
          <p:spPr>
            <a:xfrm>
              <a:off x="4492286" y="3577504"/>
              <a:ext cx="983571" cy="5678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8" name="View.ISO.Edge.BearingBlock_edge_3_segment_0_interval_0_Visible.1"/>
            <p:cNvSpPr/>
            <p:nvPr/>
          </p:nvSpPr>
          <p:spPr>
            <a:xfrm flipV="1">
              <a:off x="5475857" y="3236785"/>
              <a:ext cx="1573714" cy="9085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9" name="View.ISO.Edge.BearingBlock_edge_6_segment_0_interval_0_Visible.1"/>
            <p:cNvSpPr/>
            <p:nvPr/>
          </p:nvSpPr>
          <p:spPr>
            <a:xfrm flipH="1">
              <a:off x="4492286" y="2396345"/>
              <a:ext cx="1573714" cy="9085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0" name="View.ISO.Edge.BearingBlock_edge_7_segment_0_interval_0_Visible.1"/>
            <p:cNvSpPr/>
            <p:nvPr/>
          </p:nvSpPr>
          <p:spPr>
            <a:xfrm>
              <a:off x="4492286" y="3304929"/>
              <a:ext cx="205267" cy="1185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1" name="View.ISO.Edge.BearingBlock_edge_7_segment_0_interval_1_Visible.1"/>
            <p:cNvSpPr/>
            <p:nvPr/>
          </p:nvSpPr>
          <p:spPr>
            <a:xfrm>
              <a:off x="4697553" y="3423440"/>
              <a:ext cx="30790" cy="177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2" name="View.ISO.Edge.BearingBlock_edge_7_segment_0_interval_2_Visible.1"/>
            <p:cNvSpPr/>
            <p:nvPr/>
          </p:nvSpPr>
          <p:spPr>
            <a:xfrm>
              <a:off x="4728343" y="3441217"/>
              <a:ext cx="133782" cy="772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3" name="View.ISO.Edge.BearingBlock_edge_7_segment_0_interval_3_Visible.1"/>
            <p:cNvSpPr/>
            <p:nvPr/>
          </p:nvSpPr>
          <p:spPr>
            <a:xfrm>
              <a:off x="4862125" y="3518456"/>
              <a:ext cx="7018" cy="40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4" name="View.ISO.Edge.BearingBlock_edge_7_segment_0_interval_4_Visible.1"/>
            <p:cNvSpPr/>
            <p:nvPr/>
          </p:nvSpPr>
          <p:spPr>
            <a:xfrm>
              <a:off x="4869143" y="3522508"/>
              <a:ext cx="7802" cy="45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5" name="View.ISO.Edge.BearingBlock_edge_7_segment_0_interval_5_Visible.1"/>
            <p:cNvSpPr/>
            <p:nvPr/>
          </p:nvSpPr>
          <p:spPr>
            <a:xfrm>
              <a:off x="4876945" y="3527012"/>
              <a:ext cx="7945" cy="45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6" name="View.ISO.Edge.BearingBlock_edge_7_segment_0_interval_6_Visible.1"/>
            <p:cNvSpPr/>
            <p:nvPr/>
          </p:nvSpPr>
          <p:spPr>
            <a:xfrm>
              <a:off x="4884890" y="3531599"/>
              <a:ext cx="7381" cy="4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7" name="View.ISO.Edge.BearingBlock_edge_7_segment_0_interval_7_Visible.1"/>
            <p:cNvSpPr/>
            <p:nvPr/>
          </p:nvSpPr>
          <p:spPr>
            <a:xfrm>
              <a:off x="4892271" y="3535861"/>
              <a:ext cx="6145" cy="35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8" name="View.ISO.Edge.BearingBlock_edge_7_segment_0_interval_8_Visible.1"/>
            <p:cNvSpPr/>
            <p:nvPr/>
          </p:nvSpPr>
          <p:spPr>
            <a:xfrm>
              <a:off x="4898416" y="3539408"/>
              <a:ext cx="4373" cy="25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9" name="View.ISO.Edge.BearingBlock_edge_7_segment_0_interval_9_Visible.1"/>
            <p:cNvSpPr/>
            <p:nvPr/>
          </p:nvSpPr>
          <p:spPr>
            <a:xfrm>
              <a:off x="4902789" y="3541933"/>
              <a:ext cx="2278" cy="13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0" name="View.ISO.Edge.BearingBlock_edge_7_segment_0_interval_10_Visible.1"/>
            <p:cNvSpPr/>
            <p:nvPr/>
          </p:nvSpPr>
          <p:spPr>
            <a:xfrm>
              <a:off x="4905067" y="3543248"/>
              <a:ext cx="96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1" name="View.ISO.Edge.BearingBlock_edge_7_segment_0_interval_11_Visible.1"/>
            <p:cNvSpPr/>
            <p:nvPr/>
          </p:nvSpPr>
          <p:spPr>
            <a:xfrm>
              <a:off x="4905163" y="3543304"/>
              <a:ext cx="570694" cy="3294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2" name="View.ISO.Edge.BearingBlock_edge_8_segment_0_interval_0_Visible.1"/>
            <p:cNvSpPr/>
            <p:nvPr/>
          </p:nvSpPr>
          <p:spPr>
            <a:xfrm flipV="1">
              <a:off x="5475857" y="3768603"/>
              <a:ext cx="180465" cy="1041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3" name="View.ISO.Edge.BearingBlock_edge_8_segment_0_interval_1_Visible.1"/>
            <p:cNvSpPr/>
            <p:nvPr/>
          </p:nvSpPr>
          <p:spPr>
            <a:xfrm flipV="1">
              <a:off x="5656322" y="3757836"/>
              <a:ext cx="18649" cy="107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4" name="View.ISO.Edge.BearingBlock_edge_8_segment_0_interval_2_Visible.1"/>
            <p:cNvSpPr/>
            <p:nvPr/>
          </p:nvSpPr>
          <p:spPr>
            <a:xfrm flipV="1">
              <a:off x="5674971" y="3749486"/>
              <a:ext cx="14462" cy="83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5" name="View.ISO.Edge.BearingBlock_edge_8_segment_0_interval_3_Visible.1"/>
            <p:cNvSpPr/>
            <p:nvPr/>
          </p:nvSpPr>
          <p:spPr>
            <a:xfrm flipV="1">
              <a:off x="5689433" y="3360093"/>
              <a:ext cx="674449" cy="3893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6" name="View.ISO.Edge.BearingBlock_edge_8_segment_0_interval_4_Visible.1"/>
            <p:cNvSpPr/>
            <p:nvPr/>
          </p:nvSpPr>
          <p:spPr>
            <a:xfrm flipV="1">
              <a:off x="6363882" y="3351744"/>
              <a:ext cx="14462" cy="83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7" name="View.ISO.Edge.BearingBlock_edge_8_segment_0_interval_5_Visible.1"/>
            <p:cNvSpPr/>
            <p:nvPr/>
          </p:nvSpPr>
          <p:spPr>
            <a:xfrm flipV="1">
              <a:off x="6378343" y="3340977"/>
              <a:ext cx="18649" cy="107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8" name="View.ISO.Edge.BearingBlock_edge_8_segment_0_interval_6_Visible.1"/>
            <p:cNvSpPr/>
            <p:nvPr/>
          </p:nvSpPr>
          <p:spPr>
            <a:xfrm flipV="1">
              <a:off x="6396992" y="3328990"/>
              <a:ext cx="20762" cy="119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9" name="View.ISO.Edge.BearingBlock_edge_8_segment_0_interval_7_Visible.1"/>
            <p:cNvSpPr/>
            <p:nvPr/>
          </p:nvSpPr>
          <p:spPr>
            <a:xfrm flipV="1">
              <a:off x="6417755" y="3316993"/>
              <a:ext cx="20779" cy="119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0" name="View.ISO.Edge.BearingBlock_edge_8_segment_0_interval_8_Visible.1"/>
            <p:cNvSpPr/>
            <p:nvPr/>
          </p:nvSpPr>
          <p:spPr>
            <a:xfrm flipV="1">
              <a:off x="6438533" y="3306005"/>
              <a:ext cx="19031" cy="109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1" name="View.ISO.Edge.BearingBlock_edge_8_segment_0_interval_9_Visible.1"/>
            <p:cNvSpPr/>
            <p:nvPr/>
          </p:nvSpPr>
          <p:spPr>
            <a:xfrm flipV="1">
              <a:off x="6457565" y="3296752"/>
              <a:ext cx="16027" cy="92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2" name="View.ISO.Edge.BearingBlock_edge_8_segment_0_interval_10_Visible.1"/>
            <p:cNvSpPr/>
            <p:nvPr/>
          </p:nvSpPr>
          <p:spPr>
            <a:xfrm flipV="1">
              <a:off x="6473592" y="3289661"/>
              <a:ext cx="12281" cy="70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3" name="View.ISO.Edge.BearingBlock_edge_8_segment_0_interval_11_Visible.1"/>
            <p:cNvSpPr/>
            <p:nvPr/>
          </p:nvSpPr>
          <p:spPr>
            <a:xfrm flipV="1">
              <a:off x="6485873" y="3284919"/>
              <a:ext cx="8213" cy="47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4" name="View.ISO.Edge.BearingBlock_edge_8_segment_0_interval_12_Visible.1"/>
            <p:cNvSpPr/>
            <p:nvPr/>
          </p:nvSpPr>
          <p:spPr>
            <a:xfrm flipV="1">
              <a:off x="6494086" y="3282543"/>
              <a:ext cx="4117" cy="23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5" name="View.ISO.Edge.BearingBlock_edge_8_segment_0_interval_13_Visible.1"/>
            <p:cNvSpPr/>
            <p:nvPr/>
          </p:nvSpPr>
          <p:spPr>
            <a:xfrm flipV="1">
              <a:off x="6498203" y="3282444"/>
              <a:ext cx="171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6" name="View.ISO.Edge.BearingBlock_edge_8_segment_0_interval_14_Visible.1"/>
            <p:cNvSpPr/>
            <p:nvPr/>
          </p:nvSpPr>
          <p:spPr>
            <a:xfrm flipV="1">
              <a:off x="6498374" y="3100498"/>
              <a:ext cx="315140" cy="1819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7" name="View.ISO.Edge.BearingBlock_edge_8_segment_0_interval_15_Visible.1"/>
            <p:cNvSpPr/>
            <p:nvPr/>
          </p:nvSpPr>
          <p:spPr>
            <a:xfrm flipV="1">
              <a:off x="6813514" y="2964210"/>
              <a:ext cx="236057" cy="1362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8" name="View.ISO.Edge.BearingBlock_edge_9_segment_0_interval_0_Visible.1"/>
            <p:cNvSpPr/>
            <p:nvPr/>
          </p:nvSpPr>
          <p:spPr>
            <a:xfrm flipH="1" flipV="1">
              <a:off x="6066000" y="2396345"/>
              <a:ext cx="983571" cy="5678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sp>
        <p:nvSpPr>
          <p:cNvPr id="800" name="Review.DFM-004.Highlight"/>
          <p:cNvSpPr/>
          <p:nvPr/>
        </p:nvSpPr>
        <p:spPr>
          <a:xfrm>
            <a:off x="2185071" y="2982857"/>
            <a:ext cx="576000" cy="576000"/>
          </a:xfrm>
          <a:prstGeom prst="ellipse">
            <a:avLst/>
          </a:prstGeom>
          <a:noFill/>
          <a:ln w="108000">
            <a:solidFill>
              <a:srgbClr val="FF5A36"/>
            </a:solidFill>
          </a:ln>
        </p:spPr>
      </p:sp>
      <p:sp>
        <p:nvSpPr>
          <p:cNvPr id="801" name="Review.DFM-004.BigArrow"/>
          <p:cNvSpPr/>
          <p:nvPr/>
        </p:nvSpPr>
        <p:spPr>
          <a:xfrm flipH="1">
            <a:off x="2761071" y="2880000"/>
            <a:ext cx="5806929" cy="390857"/>
          </a:xfrm>
          <a:prstGeom prst="line">
            <a:avLst/>
          </a:prstGeom>
          <a:ln w="108000">
            <a:solidFill>
              <a:srgbClr val="FF5A36"/>
            </a:solidFill>
            <a:tailEnd type="triangle"/>
          </a:ln>
        </p:spPr>
      </p:sp>
      <p:sp>
        <p:nvSpPr>
          <p:cNvPr id="802" name="Review.DFM-004.Summary"/>
          <p:cNvSpPr txBox="1"/>
          <p:nvPr/>
        </p:nvSpPr>
        <p:spPr>
          <a:xfrm>
            <a:off x="8208000" y="1080000"/>
            <a:ext cx="3528000" cy="5040000"/>
          </a:xfrm>
          <a:prstGeom prst="rect">
            <a:avLst/>
          </a:prstGeom>
          <a:solidFill>
            <a:srgbClr val="FFFFFF"/>
          </a:solidFill>
          <a:ln w="10800">
            <a:solidFill>
              <a:srgbClr val="D9DDE3"/>
            </a:solidFill>
          </a:ln>
        </p:spPr>
        <p:txBody>
          <a:bodyPr wrap="square" lIns="28800" tIns="14400" rIns="28800" bIns="14400"/>
          <a:lstStyle/>
          <a:p>
            <a:pPr algn="l"/>
            <a:r>
              <a:rPr lang="en-US" sz="1134">
                <a:latin typeface="Inter"/>
              </a:rPr>
              <a:t>STATUS  Resolved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Avoid a secondary grinding operation.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TARGET</a:t>
            </a:r>
            <a:endParaRPr lang="en-US"/>
          </a:p>
          <a:p>
            <a:pPr algn="l"/>
            <a:r>
              <a:rPr lang="en-US" sz="1134">
                <a:latin typeface="Inter"/>
              </a:rPr>
              <a:t>MountDiameter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CURRENT</a:t>
            </a:r>
            <a:endParaRPr lang="en-US"/>
          </a:p>
          <a:p>
            <a:pPr algn="l"/>
            <a:r>
              <a:rPr lang="en-US" sz="1134">
                <a:latin typeface="Inter"/>
              </a:rPr>
              <a:t>PlusMinus(0.005mm)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PROPOSED</a:t>
            </a:r>
            <a:endParaRPr lang="en-US"/>
          </a:p>
          <a:p>
            <a:pPr algn="l"/>
            <a:r>
              <a:rPr lang="en-US" sz="1134">
                <a:latin typeface="Inter"/>
              </a:rPr>
              <a:t>PlusMinus(0.010mm)</a:t>
            </a:r>
            <a:endParaRPr lang="en-US"/>
          </a:p>
          <a:p>
            <a:pPr algn="l"/>
            <a:r>
              <a:rPr lang="en-US" sz="1134">
                <a:latin typeface="Inter"/>
              </a:rPr>
              <a:t/>
            </a:r>
            <a:endParaRPr lang="en-US"/>
          </a:p>
          <a:p>
            <a:pPr algn="l"/>
            <a:r>
              <a:rPr lang="en-US" sz="1134">
                <a:latin typeface="Inter"/>
              </a:rPr>
              <a:t>Alice Chen · Northstar Machining</a:t>
            </a:r>
            <a:endParaRPr lang="en-US"/>
          </a:p>
          <a:p>
            <a:pPr algn="l"/>
            <a:r>
              <a:rPr lang="en-US" sz="1134">
                <a:latin typeface="Inter"/>
              </a:rPr>
              <a:t>2026-08-10</a:t>
            </a:r>
            <a:endParaRPr lang="en-US"/>
          </a:p>
        </p:txBody>
      </p:sp>
      <p:sp>
        <p:nvSpPr>
          <p:cNvPr id="803" name="DFM.Authority"/>
          <p:cNvSpPr txBox="1"/>
          <p:nvPr/>
        </p:nvSpPr>
        <p:spPr>
          <a:xfrm>
            <a:off x="432000" y="6408000"/>
            <a:ext cx="11328001" cy="180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737" b="1">
                <a:latin typeface="Inter"/>
              </a:rPr>
              <a:t>DOWNSTREAM REVIEW ARTIFACT — FIRMAMENT REMAINS ENGINEERING AUTHORITY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theris Inter">
  <a:themeElements>
    <a:clrScheme name="Aetheris">
      <a:dk1>
        <a:srgbClr val="111111"/>
      </a:dk1>
      <a:lt1>
        <a:srgbClr val="FFFFFF"/>
      </a:lt1>
      <a:dk2>
        <a:srgbClr val="333333"/>
      </a:dk2>
      <a:lt2>
        <a:srgbClr val="F7F8FA"/>
      </a:lt2>
      <a:accent1>
        <a:srgbClr val="185FA5"/>
      </a:accent1>
      <a:accent2>
        <a:srgbClr val="FF8A00"/>
      </a:accent2>
      <a:accent3>
        <a:srgbClr val="2E7D32"/>
      </a:accent3>
      <a:accent4>
        <a:srgbClr val="6A1B9A"/>
      </a:accent4>
      <a:accent5>
        <a:srgbClr val="00838F"/>
      </a:accent5>
      <a:accent6>
        <a:srgbClr val="C62828"/>
      </a:accent6>
      <a:hlink>
        <a:srgbClr val="0563C1"/>
      </a:hlink>
      <a:folHlink>
        <a:srgbClr val="954F72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ethe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Aetheris</Application>
  <PresentationFormat>Custom</PresentationFormat>
  <Slides>2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Bearing Block Production Drawing — DFM Review</dc:title>
  <dc:creator>Aetheris</dc:creator>
  <dcterms:created xsi:type="dcterms:W3CDTF">2000-01-01T00:00:00Z</dcterms:created>
  <dcterms:modified xsi:type="dcterms:W3CDTF">2000-01-01T00:00:00Z</dcterms:modified>
</cp:coreProperties>
</file>