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2000" cy="7560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Master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1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pSp>
        <p:nvGrpSpPr>
          <p:cNvPr id="155" name="View.Front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7" name="View.Front.Edge.BearingBlock_edge_10_segment_0_interval_0_Silhouette.1"/>
            <p:cNvSpPr/>
            <p:nvPr/>
          </p:nvSpPr>
          <p:spPr>
            <a:xfrm flipH="1" flipV="1">
              <a:off x="2978942" y="3220504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" name="View.Front.Edge.BearingBlock_edge_10_segment_1_interval_0_Silhouette.1"/>
            <p:cNvSpPr/>
            <p:nvPr/>
          </p:nvSpPr>
          <p:spPr>
            <a:xfrm flipH="1" flipV="1">
              <a:off x="2976078" y="3201197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" name="View.Front.Edge.BearingBlock_edge_10_segment_2_interval_0_Silhouette.1"/>
            <p:cNvSpPr/>
            <p:nvPr/>
          </p:nvSpPr>
          <p:spPr>
            <a:xfrm flipH="1" flipV="1">
              <a:off x="2973366" y="3190368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" name="View.Front.Edge.BearingBlock_edge_10_segment_2_interval_1_Silhouette.1"/>
            <p:cNvSpPr/>
            <p:nvPr/>
          </p:nvSpPr>
          <p:spPr>
            <a:xfrm flipH="1" flipV="1">
              <a:off x="2972567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" name="View.Front.Edge.BearingBlock_edge_10_segment_2_interval_2_Silhouette.1"/>
            <p:cNvSpPr/>
            <p:nvPr/>
          </p:nvSpPr>
          <p:spPr>
            <a:xfrm flipH="1" flipV="1">
              <a:off x="2971335" y="3182262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" name="View.Front.Edge.BearingBlock_edge_10_segment_3_interval_0_Silhouette.1"/>
            <p:cNvSpPr/>
            <p:nvPr/>
          </p:nvSpPr>
          <p:spPr>
            <a:xfrm flipH="1" flipV="1">
              <a:off x="2964760" y="3163884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" name="View.Front.Edge.BearingBlock_edge_10_segment_4_interval_0_Silhouette.1"/>
            <p:cNvSpPr/>
            <p:nvPr/>
          </p:nvSpPr>
          <p:spPr>
            <a:xfrm flipH="1" flipV="1">
              <a:off x="2956414" y="3146239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" name="View.Front.Edge.BearingBlock_edge_10_segment_5_interval_0_Silhouette.1"/>
            <p:cNvSpPr/>
            <p:nvPr/>
          </p:nvSpPr>
          <p:spPr>
            <a:xfrm flipH="1" flipV="1">
              <a:off x="2953808" y="314189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" name="View.Front.Edge.BearingBlock_edge_10_segment_5_interval_1_Silhouette.1"/>
            <p:cNvSpPr/>
            <p:nvPr/>
          </p:nvSpPr>
          <p:spPr>
            <a:xfrm flipH="1" flipV="1">
              <a:off x="2952118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" name="View.Front.Edge.BearingBlock_edge_10_segment_5_interval_2_Silhouette.1"/>
            <p:cNvSpPr/>
            <p:nvPr/>
          </p:nvSpPr>
          <p:spPr>
            <a:xfrm flipH="1" flipV="1">
              <a:off x="2946379" y="3129497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" name="View.Front.Edge.BearingBlock_edge_10_segment_6_interval_0_Silhouette.1"/>
            <p:cNvSpPr/>
            <p:nvPr/>
          </p:nvSpPr>
          <p:spPr>
            <a:xfrm flipH="1" flipV="1">
              <a:off x="2934752" y="3113819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" name="View.Front.Edge.BearingBlock_edge_10_segment_7_interval_0_Silhouette.1"/>
            <p:cNvSpPr/>
            <p:nvPr/>
          </p:nvSpPr>
          <p:spPr>
            <a:xfrm flipH="1" flipV="1">
              <a:off x="2921644" y="3099356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" name="View.Front.Edge.BearingBlock_edge_10_segment_8_interval_0_Silhouette.1"/>
            <p:cNvSpPr/>
            <p:nvPr/>
          </p:nvSpPr>
          <p:spPr>
            <a:xfrm flipH="1" flipV="1">
              <a:off x="2916858" y="3095019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" name="View.Front.Edge.BearingBlock_edge_10_segment_8_interval_1_Silhouette.1"/>
            <p:cNvSpPr/>
            <p:nvPr/>
          </p:nvSpPr>
          <p:spPr>
            <a:xfrm flipH="1" flipV="1">
              <a:off x="2907181" y="3086248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" name="View.Front.Edge.BearingBlock_edge_10_segment_9_interval_0_Silhouette.1"/>
            <p:cNvSpPr/>
            <p:nvPr/>
          </p:nvSpPr>
          <p:spPr>
            <a:xfrm flipH="1" flipV="1">
              <a:off x="2891503" y="3074621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" name="View.Front.Edge.BearingBlock_edge_10_segment_10_interval_0_Silhouette.1"/>
            <p:cNvSpPr/>
            <p:nvPr/>
          </p:nvSpPr>
          <p:spPr>
            <a:xfrm flipH="1" flipV="1">
              <a:off x="2882109" y="3068990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" name="View.Front.Edge.BearingBlock_edge_10_segment_10_interval_1_Silhouette.1"/>
            <p:cNvSpPr/>
            <p:nvPr/>
          </p:nvSpPr>
          <p:spPr>
            <a:xfrm flipH="1" flipV="1">
              <a:off x="2881928" y="3068882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" name="View.Front.Edge.BearingBlock_edge_10_segment_10_interval_2_Silhouette.1"/>
            <p:cNvSpPr/>
            <p:nvPr/>
          </p:nvSpPr>
          <p:spPr>
            <a:xfrm flipH="1" flipV="1">
              <a:off x="2879109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" name="View.Front.Edge.BearingBlock_edge_10_segment_10_interval_3_Silhouette.1"/>
            <p:cNvSpPr/>
            <p:nvPr/>
          </p:nvSpPr>
          <p:spPr>
            <a:xfrm flipH="1" flipV="1">
              <a:off x="2877584" y="3066278"/>
              <a:ext cx="1526" cy="9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" name="View.Front.Edge.BearingBlock_edge_10_segment_10_interval_4_Silhouette.1"/>
            <p:cNvSpPr/>
            <p:nvPr/>
          </p:nvSpPr>
          <p:spPr>
            <a:xfrm flipH="1" flipV="1">
              <a:off x="2874761" y="3064586"/>
              <a:ext cx="2823" cy="1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" name="View.Front.Edge.BearingBlock_edge_10_segment_11_interval_0_Silhouette.1"/>
            <p:cNvSpPr/>
            <p:nvPr/>
          </p:nvSpPr>
          <p:spPr>
            <a:xfrm flipH="1" flipV="1">
              <a:off x="2868617" y="3061680"/>
              <a:ext cx="6144" cy="29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" name="View.Front.Edge.BearingBlock_edge_10_segment_11_interval_1_Silhouette.1"/>
            <p:cNvSpPr/>
            <p:nvPr/>
          </p:nvSpPr>
          <p:spPr>
            <a:xfrm flipH="1" flipV="1">
              <a:off x="2857116" y="3056240"/>
              <a:ext cx="11501" cy="5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" name="View.Front.Edge.BearingBlock_edge_10_segment_12_interval_0_Silhouette.1"/>
            <p:cNvSpPr/>
            <p:nvPr/>
          </p:nvSpPr>
          <p:spPr>
            <a:xfrm flipH="1" flipV="1">
              <a:off x="2838738" y="3049665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" name="View.Front.Edge.BearingBlock_edge_10_segment_13_interval_0_Silhouette.1"/>
            <p:cNvSpPr/>
            <p:nvPr/>
          </p:nvSpPr>
          <p:spPr>
            <a:xfrm flipH="1" flipV="1">
              <a:off x="2833820" y="3048433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" name="View.Front.Edge.BearingBlock_edge_10_segment_13_interval_1_Silhouette.1"/>
            <p:cNvSpPr/>
            <p:nvPr/>
          </p:nvSpPr>
          <p:spPr>
            <a:xfrm flipH="1" flipV="1">
              <a:off x="2830632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" name="View.Front.Edge.BearingBlock_edge_10_segment_13_interval_2_Silhouette.1"/>
            <p:cNvSpPr/>
            <p:nvPr/>
          </p:nvSpPr>
          <p:spPr>
            <a:xfrm flipH="1" flipV="1">
              <a:off x="2819803" y="3044922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" name="View.Front.Edge.BearingBlock_edge_10_segment_14_interval_0_Silhouette.1"/>
            <p:cNvSpPr/>
            <p:nvPr/>
          </p:nvSpPr>
          <p:spPr>
            <a:xfrm flipH="1" flipV="1">
              <a:off x="2800496" y="304205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" name="View.Front.Edge.BearingBlock_edge_10_segment_15_interval_0_Silhouette.1"/>
            <p:cNvSpPr/>
            <p:nvPr/>
          </p:nvSpPr>
          <p:spPr>
            <a:xfrm flipH="1" flipV="1">
              <a:off x="2781000" y="3041100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" name="View.Front.Edge.BearingBlock_edge_10_segment_16_interval_0_Silhouette.1"/>
            <p:cNvSpPr/>
            <p:nvPr/>
          </p:nvSpPr>
          <p:spPr>
            <a:xfrm flipH="1">
              <a:off x="2761504" y="3041100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" name="View.Front.Edge.BearingBlock_edge_10_segment_17_interval_0_Silhouette.1"/>
            <p:cNvSpPr/>
            <p:nvPr/>
          </p:nvSpPr>
          <p:spPr>
            <a:xfrm flipH="1">
              <a:off x="2742197" y="304205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" name="View.Front.Edge.BearingBlock_edge_10_segment_18_interval_0_Silhouette.1"/>
            <p:cNvSpPr/>
            <p:nvPr/>
          </p:nvSpPr>
          <p:spPr>
            <a:xfrm flipH="1">
              <a:off x="2731368" y="3044922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" name="View.Front.Edge.BearingBlock_edge_10_segment_18_interval_1_Silhouette.1"/>
            <p:cNvSpPr/>
            <p:nvPr/>
          </p:nvSpPr>
          <p:spPr>
            <a:xfrm flipH="1">
              <a:off x="2728180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" name="View.Front.Edge.BearingBlock_edge_10_segment_18_interval_2_Silhouette.1"/>
            <p:cNvSpPr/>
            <p:nvPr/>
          </p:nvSpPr>
          <p:spPr>
            <a:xfrm flipH="1">
              <a:off x="2723262" y="3048433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" name="View.Front.Edge.BearingBlock_edge_10_segment_19_interval_0_Silhouette.1"/>
            <p:cNvSpPr/>
            <p:nvPr/>
          </p:nvSpPr>
          <p:spPr>
            <a:xfrm flipH="1">
              <a:off x="2704884" y="3049665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" name="View.Front.Edge.BearingBlock_edge_10_segment_20_interval_0_Silhouette.1"/>
            <p:cNvSpPr/>
            <p:nvPr/>
          </p:nvSpPr>
          <p:spPr>
            <a:xfrm flipH="1">
              <a:off x="2687239" y="3056240"/>
              <a:ext cx="17645" cy="8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" name="View.Front.Edge.BearingBlock_edge_10_segment_21_interval_0_Silhouette.1"/>
            <p:cNvSpPr/>
            <p:nvPr/>
          </p:nvSpPr>
          <p:spPr>
            <a:xfrm flipH="1">
              <a:off x="2682891" y="3064586"/>
              <a:ext cx="4348" cy="26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" name="View.Front.Edge.BearingBlock_edge_10_segment_21_interval_1_Silhouette.1"/>
            <p:cNvSpPr/>
            <p:nvPr/>
          </p:nvSpPr>
          <p:spPr>
            <a:xfrm flipH="1">
              <a:off x="2680072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" name="View.Front.Edge.BearingBlock_edge_10_segment_21_interval_2_Silhouette.1"/>
            <p:cNvSpPr/>
            <p:nvPr/>
          </p:nvSpPr>
          <p:spPr>
            <a:xfrm flipH="1">
              <a:off x="2679891" y="3068882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" name="View.Front.Edge.BearingBlock_edge_10_segment_21_interval_3_Silhouette.1"/>
            <p:cNvSpPr/>
            <p:nvPr/>
          </p:nvSpPr>
          <p:spPr>
            <a:xfrm flipH="1">
              <a:off x="2670497" y="3068990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" name="View.Front.Edge.BearingBlock_edge_10_segment_22_interval_0_Silhouette.1"/>
            <p:cNvSpPr/>
            <p:nvPr/>
          </p:nvSpPr>
          <p:spPr>
            <a:xfrm flipH="1">
              <a:off x="2654819" y="3074621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" name="View.Front.Edge.BearingBlock_edge_10_segment_23_interval_0_Silhouette.1"/>
            <p:cNvSpPr/>
            <p:nvPr/>
          </p:nvSpPr>
          <p:spPr>
            <a:xfrm flipH="1">
              <a:off x="2645142" y="3086248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" name="View.Front.Edge.BearingBlock_edge_10_segment_23_interval_1_Silhouette.1"/>
            <p:cNvSpPr/>
            <p:nvPr/>
          </p:nvSpPr>
          <p:spPr>
            <a:xfrm flipH="1">
              <a:off x="2640356" y="3095019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" name="View.Front.Edge.BearingBlock_edge_10_segment_24_interval_0_Silhouette.1"/>
            <p:cNvSpPr/>
            <p:nvPr/>
          </p:nvSpPr>
          <p:spPr>
            <a:xfrm flipH="1">
              <a:off x="2627248" y="3099356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" name="View.Front.Edge.BearingBlock_edge_10_segment_25_interval_0_Silhouette.1"/>
            <p:cNvSpPr/>
            <p:nvPr/>
          </p:nvSpPr>
          <p:spPr>
            <a:xfrm flipH="1">
              <a:off x="2615621" y="3113819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" name="View.Front.Edge.BearingBlock_edge_10_segment_26_interval_0_Silhouette.1"/>
            <p:cNvSpPr/>
            <p:nvPr/>
          </p:nvSpPr>
          <p:spPr>
            <a:xfrm flipH="1">
              <a:off x="2609882" y="3129497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" name="View.Front.Edge.BearingBlock_edge_10_segment_26_interval_1_Silhouette.1"/>
            <p:cNvSpPr/>
            <p:nvPr/>
          </p:nvSpPr>
          <p:spPr>
            <a:xfrm flipH="1">
              <a:off x="2608192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" name="View.Front.Edge.BearingBlock_edge_10_segment_26_interval_2_Silhouette.1"/>
            <p:cNvSpPr/>
            <p:nvPr/>
          </p:nvSpPr>
          <p:spPr>
            <a:xfrm flipH="1">
              <a:off x="2605586" y="314189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" name="View.Front.Edge.BearingBlock_edge_10_segment_27_interval_0_Silhouette.1"/>
            <p:cNvSpPr/>
            <p:nvPr/>
          </p:nvSpPr>
          <p:spPr>
            <a:xfrm flipH="1">
              <a:off x="2597240" y="3146239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" name="View.Front.Edge.BearingBlock_edge_10_segment_28_interval_0_Silhouette.1"/>
            <p:cNvSpPr/>
            <p:nvPr/>
          </p:nvSpPr>
          <p:spPr>
            <a:xfrm flipH="1">
              <a:off x="2590665" y="3163884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" name="View.Front.Edge.BearingBlock_edge_10_segment_29_interval_0_Silhouette.1"/>
            <p:cNvSpPr/>
            <p:nvPr/>
          </p:nvSpPr>
          <p:spPr>
            <a:xfrm flipH="1">
              <a:off x="2589433" y="3182262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" name="View.Front.Edge.BearingBlock_edge_10_segment_29_interval_1_Silhouette.1"/>
            <p:cNvSpPr/>
            <p:nvPr/>
          </p:nvSpPr>
          <p:spPr>
            <a:xfrm flipH="1">
              <a:off x="2588634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" name="View.Front.Edge.BearingBlock_edge_10_segment_29_interval_2_Silhouette.1"/>
            <p:cNvSpPr/>
            <p:nvPr/>
          </p:nvSpPr>
          <p:spPr>
            <a:xfrm flipH="1">
              <a:off x="2585922" y="3190368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" name="View.Front.Edge.BearingBlock_edge_10_segment_30_interval_0_Silhouette.1"/>
            <p:cNvSpPr/>
            <p:nvPr/>
          </p:nvSpPr>
          <p:spPr>
            <a:xfrm flipH="1">
              <a:off x="2583058" y="3201197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" name="View.Front.Edge.BearingBlock_edge_10_segment_31_interval_0_Silhouette.1"/>
            <p:cNvSpPr/>
            <p:nvPr/>
          </p:nvSpPr>
          <p:spPr>
            <a:xfrm flipH="1">
              <a:off x="2582100" y="3220504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" name="View.Front.Edge.BearingBlock_edge_10_segment_32_interval_0_Silhouette.1"/>
            <p:cNvSpPr/>
            <p:nvPr/>
          </p:nvSpPr>
          <p:spPr>
            <a:xfrm>
              <a:off x="2582100" y="3240000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" name="View.Front.Edge.BearingBlock_edge_10_segment_33_interval_0_Silhouette.1"/>
            <p:cNvSpPr/>
            <p:nvPr/>
          </p:nvSpPr>
          <p:spPr>
            <a:xfrm>
              <a:off x="2583058" y="3259496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3" name="View.Front.Edge.BearingBlock_edge_10_segment_34_interval_0_Silhouette.1"/>
            <p:cNvSpPr/>
            <p:nvPr/>
          </p:nvSpPr>
          <p:spPr>
            <a:xfrm>
              <a:off x="2585922" y="3278803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4" name="View.Front.Edge.BearingBlock_edge_10_segment_34_interval_1_Silhouette.1"/>
            <p:cNvSpPr/>
            <p:nvPr/>
          </p:nvSpPr>
          <p:spPr>
            <a:xfrm>
              <a:off x="2588634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5" name="View.Front.Edge.BearingBlock_edge_10_segment_34_interval_2_Silhouette.1"/>
            <p:cNvSpPr/>
            <p:nvPr/>
          </p:nvSpPr>
          <p:spPr>
            <a:xfrm>
              <a:off x="2589433" y="3292820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6" name="View.Front.Edge.BearingBlock_edge_10_segment_35_interval_0_Silhouette.1"/>
            <p:cNvSpPr/>
            <p:nvPr/>
          </p:nvSpPr>
          <p:spPr>
            <a:xfrm>
              <a:off x="2590665" y="3297738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7" name="View.Front.Edge.BearingBlock_edge_10_segment_36_interval_0_Silhouette.1"/>
            <p:cNvSpPr/>
            <p:nvPr/>
          </p:nvSpPr>
          <p:spPr>
            <a:xfrm>
              <a:off x="2597240" y="3316116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8" name="View.Front.Edge.BearingBlock_edge_10_segment_37_interval_0_Silhouette.1"/>
            <p:cNvSpPr/>
            <p:nvPr/>
          </p:nvSpPr>
          <p:spPr>
            <a:xfrm>
              <a:off x="2605586" y="333376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9" name="View.Front.Edge.BearingBlock_edge_10_segment_37_interval_1_Silhouette.1"/>
            <p:cNvSpPr/>
            <p:nvPr/>
          </p:nvSpPr>
          <p:spPr>
            <a:xfrm>
              <a:off x="2608192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0" name="View.Front.Edge.BearingBlock_edge_10_segment_37_interval_2_Silhouette.1"/>
            <p:cNvSpPr/>
            <p:nvPr/>
          </p:nvSpPr>
          <p:spPr>
            <a:xfrm>
              <a:off x="2609882" y="3340928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1" name="View.Front.Edge.BearingBlock_edge_10_segment_38_interval_0_Silhouette.1"/>
            <p:cNvSpPr/>
            <p:nvPr/>
          </p:nvSpPr>
          <p:spPr>
            <a:xfrm>
              <a:off x="2615621" y="3350503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2" name="View.Front.Edge.BearingBlock_edge_10_segment_39_interval_0_Silhouette.1"/>
            <p:cNvSpPr/>
            <p:nvPr/>
          </p:nvSpPr>
          <p:spPr>
            <a:xfrm>
              <a:off x="2627248" y="3366181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3" name="View.Front.Edge.BearingBlock_edge_10_segment_40_interval_0_Silhouette.1"/>
            <p:cNvSpPr/>
            <p:nvPr/>
          </p:nvSpPr>
          <p:spPr>
            <a:xfrm>
              <a:off x="2640356" y="3380644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4" name="View.Front.Edge.BearingBlock_edge_10_segment_40_interval_1_Silhouette.1"/>
            <p:cNvSpPr/>
            <p:nvPr/>
          </p:nvSpPr>
          <p:spPr>
            <a:xfrm>
              <a:off x="2645142" y="3384981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5" name="View.Front.Edge.BearingBlock_edge_10_segment_41_interval_0_Silhouette.1"/>
            <p:cNvSpPr/>
            <p:nvPr/>
          </p:nvSpPr>
          <p:spPr>
            <a:xfrm>
              <a:off x="2654819" y="3393752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6" name="View.Front.Edge.BearingBlock_edge_10_segment_42_interval_0_Silhouette.1"/>
            <p:cNvSpPr/>
            <p:nvPr/>
          </p:nvSpPr>
          <p:spPr>
            <a:xfrm>
              <a:off x="2670497" y="3405379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7" name="View.Front.Edge.BearingBlock_edge_10_segment_42_interval_1_Silhouette.1"/>
            <p:cNvSpPr/>
            <p:nvPr/>
          </p:nvSpPr>
          <p:spPr>
            <a:xfrm>
              <a:off x="2679891" y="3411010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8" name="View.Front.Edge.BearingBlock_edge_10_segment_42_interval_2_Silhouette.1"/>
            <p:cNvSpPr/>
            <p:nvPr/>
          </p:nvSpPr>
          <p:spPr>
            <a:xfrm>
              <a:off x="2680072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9" name="View.Front.Edge.BearingBlock_edge_10_segment_42_interval_3_Silhouette.1"/>
            <p:cNvSpPr/>
            <p:nvPr/>
          </p:nvSpPr>
          <p:spPr>
            <a:xfrm>
              <a:off x="2682891" y="3412808"/>
              <a:ext cx="4348" cy="26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0" name="View.Front.Edge.BearingBlock_edge_10_segment_43_interval_0_Silhouette.1"/>
            <p:cNvSpPr/>
            <p:nvPr/>
          </p:nvSpPr>
          <p:spPr>
            <a:xfrm>
              <a:off x="2687239" y="3415414"/>
              <a:ext cx="17645" cy="8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1" name="View.Front.Edge.BearingBlock_edge_10_segment_44_interval_0_Silhouette.1"/>
            <p:cNvSpPr/>
            <p:nvPr/>
          </p:nvSpPr>
          <p:spPr>
            <a:xfrm>
              <a:off x="2704884" y="3423760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2" name="View.Front.Edge.BearingBlock_edge_10_segment_45_interval_0_Silhouette.1"/>
            <p:cNvSpPr/>
            <p:nvPr/>
          </p:nvSpPr>
          <p:spPr>
            <a:xfrm>
              <a:off x="2723262" y="3430335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3" name="View.Front.Edge.BearingBlock_edge_10_segment_45_interval_1_Silhouette.1"/>
            <p:cNvSpPr/>
            <p:nvPr/>
          </p:nvSpPr>
          <p:spPr>
            <a:xfrm>
              <a:off x="2728180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4" name="View.Front.Edge.BearingBlock_edge_10_segment_45_interval_2_Silhouette.1"/>
            <p:cNvSpPr/>
            <p:nvPr/>
          </p:nvSpPr>
          <p:spPr>
            <a:xfrm>
              <a:off x="2731368" y="3432366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5" name="View.Front.Edge.BearingBlock_edge_10_segment_46_interval_0_Silhouette.1"/>
            <p:cNvSpPr/>
            <p:nvPr/>
          </p:nvSpPr>
          <p:spPr>
            <a:xfrm>
              <a:off x="2742197" y="343507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6" name="View.Front.Edge.BearingBlock_edge_10_segment_47_interval_0_Silhouette.1"/>
            <p:cNvSpPr/>
            <p:nvPr/>
          </p:nvSpPr>
          <p:spPr>
            <a:xfrm>
              <a:off x="2761504" y="3437942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7" name="View.Front.Edge.BearingBlock_edge_10_segment_48_interval_0_Silhouette.1"/>
            <p:cNvSpPr/>
            <p:nvPr/>
          </p:nvSpPr>
          <p:spPr>
            <a:xfrm flipV="1">
              <a:off x="2781000" y="3437942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8" name="View.Front.Edge.BearingBlock_edge_10_segment_49_interval_0_Silhouette.1"/>
            <p:cNvSpPr/>
            <p:nvPr/>
          </p:nvSpPr>
          <p:spPr>
            <a:xfrm flipV="1">
              <a:off x="2800496" y="343507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9" name="View.Front.Edge.BearingBlock_edge_10_segment_50_interval_0_Silhouette.1"/>
            <p:cNvSpPr/>
            <p:nvPr/>
          </p:nvSpPr>
          <p:spPr>
            <a:xfrm flipV="1">
              <a:off x="2819803" y="3432366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0" name="View.Front.Edge.BearingBlock_edge_10_segment_50_interval_1_Silhouette.1"/>
            <p:cNvSpPr/>
            <p:nvPr/>
          </p:nvSpPr>
          <p:spPr>
            <a:xfrm flipV="1">
              <a:off x="2830632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1" name="View.Front.Edge.BearingBlock_edge_10_segment_50_interval_2_Silhouette.1"/>
            <p:cNvSpPr/>
            <p:nvPr/>
          </p:nvSpPr>
          <p:spPr>
            <a:xfrm flipV="1">
              <a:off x="2833820" y="3430335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2" name="View.Front.Edge.BearingBlock_edge_10_segment_51_interval_0_Silhouette.1"/>
            <p:cNvSpPr/>
            <p:nvPr/>
          </p:nvSpPr>
          <p:spPr>
            <a:xfrm flipV="1">
              <a:off x="2838738" y="3423760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3" name="View.Front.Edge.BearingBlock_edge_10_segment_52_interval_0_Silhouette.1"/>
            <p:cNvSpPr/>
            <p:nvPr/>
          </p:nvSpPr>
          <p:spPr>
            <a:xfrm flipV="1">
              <a:off x="2857116" y="3418320"/>
              <a:ext cx="11501" cy="5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4" name="View.Front.Edge.BearingBlock_edge_10_segment_52_interval_1_Silhouette.1"/>
            <p:cNvSpPr/>
            <p:nvPr/>
          </p:nvSpPr>
          <p:spPr>
            <a:xfrm flipV="1">
              <a:off x="2868617" y="3415414"/>
              <a:ext cx="6144" cy="29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5" name="View.Front.Edge.BearingBlock_edge_10_segment_53_interval_0_Silhouette.1"/>
            <p:cNvSpPr/>
            <p:nvPr/>
          </p:nvSpPr>
          <p:spPr>
            <a:xfrm flipV="1">
              <a:off x="2874761" y="3413722"/>
              <a:ext cx="2823" cy="1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6" name="View.Front.Edge.BearingBlock_edge_10_segment_53_interval_1_Silhouette.1"/>
            <p:cNvSpPr/>
            <p:nvPr/>
          </p:nvSpPr>
          <p:spPr>
            <a:xfrm flipV="1">
              <a:off x="2877584" y="3412808"/>
              <a:ext cx="1526" cy="9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7" name="View.Front.Edge.BearingBlock_edge_10_segment_53_interval_2_Silhouette.1"/>
            <p:cNvSpPr/>
            <p:nvPr/>
          </p:nvSpPr>
          <p:spPr>
            <a:xfrm flipV="1">
              <a:off x="2879109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8" name="View.Front.Edge.BearingBlock_edge_10_segment_53_interval_3_Silhouette.1"/>
            <p:cNvSpPr/>
            <p:nvPr/>
          </p:nvSpPr>
          <p:spPr>
            <a:xfrm flipV="1">
              <a:off x="2881928" y="3411010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9" name="View.Front.Edge.BearingBlock_edge_10_segment_53_interval_4_Silhouette.1"/>
            <p:cNvSpPr/>
            <p:nvPr/>
          </p:nvSpPr>
          <p:spPr>
            <a:xfrm flipV="1">
              <a:off x="2882109" y="3405379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0" name="View.Front.Edge.BearingBlock_edge_10_segment_54_interval_0_Silhouette.1"/>
            <p:cNvSpPr/>
            <p:nvPr/>
          </p:nvSpPr>
          <p:spPr>
            <a:xfrm flipV="1">
              <a:off x="2891503" y="3393752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1" name="View.Front.Edge.BearingBlock_edge_10_segment_55_interval_0_Silhouette.1"/>
            <p:cNvSpPr/>
            <p:nvPr/>
          </p:nvSpPr>
          <p:spPr>
            <a:xfrm flipV="1">
              <a:off x="2907181" y="3384981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2" name="View.Front.Edge.BearingBlock_edge_10_segment_55_interval_1_Silhouette.1"/>
            <p:cNvSpPr/>
            <p:nvPr/>
          </p:nvSpPr>
          <p:spPr>
            <a:xfrm flipV="1">
              <a:off x="2916858" y="3380644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3" name="View.Front.Edge.BearingBlock_edge_10_segment_56_interval_0_Silhouette.1"/>
            <p:cNvSpPr/>
            <p:nvPr/>
          </p:nvSpPr>
          <p:spPr>
            <a:xfrm flipV="1">
              <a:off x="2921644" y="3366181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4" name="View.Front.Edge.BearingBlock_edge_10_segment_57_interval_0_Silhouette.1"/>
            <p:cNvSpPr/>
            <p:nvPr/>
          </p:nvSpPr>
          <p:spPr>
            <a:xfrm flipV="1">
              <a:off x="2934752" y="3350503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5" name="View.Front.Edge.BearingBlock_edge_10_segment_58_interval_0_Silhouette.1"/>
            <p:cNvSpPr/>
            <p:nvPr/>
          </p:nvSpPr>
          <p:spPr>
            <a:xfrm flipV="1">
              <a:off x="2946379" y="3340928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6" name="View.Front.Edge.BearingBlock_edge_10_segment_58_interval_1_Silhouette.1"/>
            <p:cNvSpPr/>
            <p:nvPr/>
          </p:nvSpPr>
          <p:spPr>
            <a:xfrm flipV="1">
              <a:off x="2952118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7" name="View.Front.Edge.BearingBlock_edge_10_segment_58_interval_2_Silhouette.1"/>
            <p:cNvSpPr/>
            <p:nvPr/>
          </p:nvSpPr>
          <p:spPr>
            <a:xfrm flipV="1">
              <a:off x="2953808" y="333376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8" name="View.Front.Edge.BearingBlock_edge_10_segment_59_interval_0_Silhouette.1"/>
            <p:cNvSpPr/>
            <p:nvPr/>
          </p:nvSpPr>
          <p:spPr>
            <a:xfrm flipV="1">
              <a:off x="2956414" y="3316116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9" name="View.Front.Edge.BearingBlock_edge_10_segment_60_interval_0_Silhouette.1"/>
            <p:cNvSpPr/>
            <p:nvPr/>
          </p:nvSpPr>
          <p:spPr>
            <a:xfrm flipV="1">
              <a:off x="2964760" y="3297738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0" name="View.Front.Edge.BearingBlock_edge_10_segment_61_interval_0_Silhouette.1"/>
            <p:cNvSpPr/>
            <p:nvPr/>
          </p:nvSpPr>
          <p:spPr>
            <a:xfrm flipV="1">
              <a:off x="2971335" y="3292820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1" name="View.Front.Edge.BearingBlock_edge_10_segment_61_interval_1_Silhouette.1"/>
            <p:cNvSpPr/>
            <p:nvPr/>
          </p:nvSpPr>
          <p:spPr>
            <a:xfrm flipV="1">
              <a:off x="2972567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2" name="View.Front.Edge.BearingBlock_edge_10_segment_61_interval_2_Silhouette.1"/>
            <p:cNvSpPr/>
            <p:nvPr/>
          </p:nvSpPr>
          <p:spPr>
            <a:xfrm flipV="1">
              <a:off x="2973366" y="3278803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3" name="View.Front.Edge.BearingBlock_edge_10_segment_62_interval_0_Silhouette.1"/>
            <p:cNvSpPr/>
            <p:nvPr/>
          </p:nvSpPr>
          <p:spPr>
            <a:xfrm flipV="1">
              <a:off x="2976078" y="3259496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4" name="View.Front.Edge.BearingBlock_edge_10_segment_63_interval_0_Silhouette.1"/>
            <p:cNvSpPr/>
            <p:nvPr/>
          </p:nvSpPr>
          <p:spPr>
            <a:xfrm flipV="1">
              <a:off x="2978942" y="3240000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5" name="View.Front.Edge.BearingBlock_edge_5_segment_2_interval_1_Silhouette.1"/>
            <p:cNvSpPr/>
            <p:nvPr/>
          </p:nvSpPr>
          <p:spPr>
            <a:xfrm flipH="1" flipV="1">
              <a:off x="2972567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6" name="View.Front.Edge.BearingBlock_edge_5_segment_5_interval_1_Silhouette.1"/>
            <p:cNvSpPr/>
            <p:nvPr/>
          </p:nvSpPr>
          <p:spPr>
            <a:xfrm flipH="1" flipV="1">
              <a:off x="2952118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7" name="View.Front.Edge.BearingBlock_edge_5_segment_10_interval_2_Silhouette.1"/>
            <p:cNvSpPr/>
            <p:nvPr/>
          </p:nvSpPr>
          <p:spPr>
            <a:xfrm flipH="1" flipV="1">
              <a:off x="2879109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8" name="View.Front.Edge.BearingBlock_edge_5_segment_13_interval_1_Silhouette.1"/>
            <p:cNvSpPr/>
            <p:nvPr/>
          </p:nvSpPr>
          <p:spPr>
            <a:xfrm flipH="1" flipV="1">
              <a:off x="2830632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9" name="View.Front.Edge.BearingBlock_edge_5_segment_18_interval_1_Silhouette.1"/>
            <p:cNvSpPr/>
            <p:nvPr/>
          </p:nvSpPr>
          <p:spPr>
            <a:xfrm flipH="1">
              <a:off x="2728180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0" name="View.Front.Edge.BearingBlock_edge_5_segment_21_interval_1_Silhouette.1"/>
            <p:cNvSpPr/>
            <p:nvPr/>
          </p:nvSpPr>
          <p:spPr>
            <a:xfrm flipH="1">
              <a:off x="2680072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1" name="View.Front.Edge.BearingBlock_edge_5_segment_26_interval_1_Silhouette.1"/>
            <p:cNvSpPr/>
            <p:nvPr/>
          </p:nvSpPr>
          <p:spPr>
            <a:xfrm flipH="1">
              <a:off x="2608192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2" name="View.Front.Edge.BearingBlock_edge_5_segment_29_interval_1_Silhouette.1"/>
            <p:cNvSpPr/>
            <p:nvPr/>
          </p:nvSpPr>
          <p:spPr>
            <a:xfrm flipH="1">
              <a:off x="2588634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3" name="View.Front.Edge.BearingBlock_edge_5_segment_34_interval_1_Silhouette.1"/>
            <p:cNvSpPr/>
            <p:nvPr/>
          </p:nvSpPr>
          <p:spPr>
            <a:xfrm>
              <a:off x="2588634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4" name="View.Front.Edge.BearingBlock_edge_5_segment_37_interval_1_Silhouette.1"/>
            <p:cNvSpPr/>
            <p:nvPr/>
          </p:nvSpPr>
          <p:spPr>
            <a:xfrm>
              <a:off x="2608192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5" name="View.Front.Edge.BearingBlock_edge_5_segment_42_interval_2_Silhouette.1"/>
            <p:cNvSpPr/>
            <p:nvPr/>
          </p:nvSpPr>
          <p:spPr>
            <a:xfrm>
              <a:off x="2680072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6" name="View.Front.Edge.BearingBlock_edge_5_segment_45_interval_1_Silhouette.1"/>
            <p:cNvSpPr/>
            <p:nvPr/>
          </p:nvSpPr>
          <p:spPr>
            <a:xfrm>
              <a:off x="2728180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7" name="View.Front.Edge.BearingBlock_edge_5_segment_50_interval_1_Silhouette.1"/>
            <p:cNvSpPr/>
            <p:nvPr/>
          </p:nvSpPr>
          <p:spPr>
            <a:xfrm flipV="1">
              <a:off x="2830632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8" name="View.Front.Edge.BearingBlock_edge_5_segment_53_interval_2_Silhouette.1"/>
            <p:cNvSpPr/>
            <p:nvPr/>
          </p:nvSpPr>
          <p:spPr>
            <a:xfrm flipV="1">
              <a:off x="2879109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9" name="View.Front.Edge.BearingBlock_edge_5_segment_58_interval_1_Silhouette.1"/>
            <p:cNvSpPr/>
            <p:nvPr/>
          </p:nvSpPr>
          <p:spPr>
            <a:xfrm flipV="1">
              <a:off x="2952118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0" name="View.Front.Edge.BearingBlock_edge_5_segment_61_interval_1_Silhouette.1"/>
            <p:cNvSpPr/>
            <p:nvPr/>
          </p:nvSpPr>
          <p:spPr>
            <a:xfrm flipV="1">
              <a:off x="2972567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1" name="View.Front.Edge.BearingBlock_edge_6_segment_0_interval_0_Visible.1"/>
            <p:cNvSpPr/>
            <p:nvPr/>
          </p:nvSpPr>
          <p:spPr>
            <a:xfrm>
              <a:off x="792000" y="4483125"/>
              <a:ext cx="3978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2" name="View.Front.Edge.BearingBlock_edge_7_segment_0_interval_0_Visible.1"/>
            <p:cNvSpPr/>
            <p:nvPr/>
          </p:nvSpPr>
          <p:spPr>
            <a:xfrm flipV="1">
              <a:off x="4770000" y="1996875"/>
              <a:ext cx="36" cy="2486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3" name="View.Front.Edge.BearingBlock_edge_8_segment_0_interval_0_Visible.1"/>
            <p:cNvSpPr/>
            <p:nvPr/>
          </p:nvSpPr>
          <p:spPr>
            <a:xfrm flipH="1">
              <a:off x="792000" y="1996875"/>
              <a:ext cx="3978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4" name="View.Front.Edge.BearingBlock_edge_9_segment_0_interval_0_Visible.1"/>
            <p:cNvSpPr/>
            <p:nvPr/>
          </p:nvSpPr>
          <p:spPr>
            <a:xfrm>
              <a:off x="792000" y="1996875"/>
              <a:ext cx="36" cy="2486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821" name="View.ISO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156" name="View.ISO.Edge.BearingBlock_edge_10_segment_0_interval_0_Silhouette.1"/>
            <p:cNvSpPr/>
            <p:nvPr/>
          </p:nvSpPr>
          <p:spPr>
            <a:xfrm>
              <a:off x="7788600" y="3098665"/>
              <a:ext cx="1740" cy="9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7" name="View.ISO.Edge.BearingBlock_edge_10_segment_0_interval_1_Silhouette.1"/>
            <p:cNvSpPr/>
            <p:nvPr/>
          </p:nvSpPr>
          <p:spPr>
            <a:xfrm>
              <a:off x="7790340" y="3099575"/>
              <a:ext cx="89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8" name="View.ISO.Edge.BearingBlock_edge_10_segment_0_interval_2_Silhouette.1"/>
            <p:cNvSpPr/>
            <p:nvPr/>
          </p:nvSpPr>
          <p:spPr>
            <a:xfrm>
              <a:off x="7790428" y="3099621"/>
              <a:ext cx="1651" cy="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9" name="View.ISO.Edge.BearingBlock_edge_10_segment_0_interval_3_Silhouette.1"/>
            <p:cNvSpPr/>
            <p:nvPr/>
          </p:nvSpPr>
          <p:spPr>
            <a:xfrm>
              <a:off x="7792079" y="3100485"/>
              <a:ext cx="17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0" name="View.ISO.Edge.BearingBlock_edge_10_segment_0_interval_4_Silhouette.1"/>
            <p:cNvSpPr/>
            <p:nvPr/>
          </p:nvSpPr>
          <p:spPr>
            <a:xfrm>
              <a:off x="7792257" y="3100578"/>
              <a:ext cx="1562" cy="8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1" name="View.ISO.Edge.BearingBlock_edge_10_segment_0_interval_5_Silhouette.1"/>
            <p:cNvSpPr/>
            <p:nvPr/>
          </p:nvSpPr>
          <p:spPr>
            <a:xfrm>
              <a:off x="7793819" y="3101396"/>
              <a:ext cx="266" cy="1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2" name="View.ISO.Edge.BearingBlock_edge_10_segment_0_interval_6_Silhouette.1"/>
            <p:cNvSpPr/>
            <p:nvPr/>
          </p:nvSpPr>
          <p:spPr>
            <a:xfrm>
              <a:off x="7794085" y="3101535"/>
              <a:ext cx="1473" cy="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3" name="View.ISO.Edge.BearingBlock_edge_10_segment_0_interval_7_Silhouette.1"/>
            <p:cNvSpPr/>
            <p:nvPr/>
          </p:nvSpPr>
          <p:spPr>
            <a:xfrm>
              <a:off x="7795558" y="3102306"/>
              <a:ext cx="355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4" name="View.ISO.Edge.BearingBlock_edge_10_segment_0_interval_8_Silhouette.1"/>
            <p:cNvSpPr/>
            <p:nvPr/>
          </p:nvSpPr>
          <p:spPr>
            <a:xfrm>
              <a:off x="7795913" y="3102492"/>
              <a:ext cx="1385" cy="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5" name="View.ISO.Edge.BearingBlock_edge_10_segment_0_interval_9_Silhouette.1"/>
            <p:cNvSpPr/>
            <p:nvPr/>
          </p:nvSpPr>
          <p:spPr>
            <a:xfrm>
              <a:off x="7797298" y="3103216"/>
              <a:ext cx="444" cy="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6" name="View.ISO.Edge.BearingBlock_edge_10_segment_0_interval_10_Silhouette.1"/>
            <p:cNvSpPr/>
            <p:nvPr/>
          </p:nvSpPr>
          <p:spPr>
            <a:xfrm>
              <a:off x="7797742" y="3103448"/>
              <a:ext cx="1296" cy="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7" name="View.ISO.Edge.BearingBlock_edge_10_segment_0_interval_11_Silhouette.1"/>
            <p:cNvSpPr/>
            <p:nvPr/>
          </p:nvSpPr>
          <p:spPr>
            <a:xfrm>
              <a:off x="7799038" y="3104126"/>
              <a:ext cx="532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8" name="View.ISO.Edge.BearingBlock_edge_10_segment_0_interval_12_Silhouette.1"/>
            <p:cNvSpPr/>
            <p:nvPr/>
          </p:nvSpPr>
          <p:spPr>
            <a:xfrm>
              <a:off x="7799570" y="3104405"/>
              <a:ext cx="1207" cy="6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9" name="View.ISO.Edge.BearingBlock_edge_10_segment_0_interval_13_Silhouette.1"/>
            <p:cNvSpPr/>
            <p:nvPr/>
          </p:nvSpPr>
          <p:spPr>
            <a:xfrm>
              <a:off x="7800777" y="3105037"/>
              <a:ext cx="410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0" name="View.ISO.Edge.BearingBlock_edge_10_segment_1_interval_0_Silhouette.1"/>
            <p:cNvSpPr/>
            <p:nvPr/>
          </p:nvSpPr>
          <p:spPr>
            <a:xfrm>
              <a:off x="7801187" y="3105251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1" name="View.ISO.Edge.BearingBlock_edge_10_segment_1_interval_1_Silhouette.1"/>
            <p:cNvSpPr/>
            <p:nvPr/>
          </p:nvSpPr>
          <p:spPr>
            <a:xfrm>
              <a:off x="7801421" y="3105351"/>
              <a:ext cx="1233" cy="5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2" name="View.ISO.Edge.BearingBlock_edge_10_segment_1_interval_2_Silhouette.1"/>
            <p:cNvSpPr/>
            <p:nvPr/>
          </p:nvSpPr>
          <p:spPr>
            <a:xfrm>
              <a:off x="7802654" y="3105879"/>
              <a:ext cx="795" cy="3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3" name="View.ISO.Edge.BearingBlock_edge_10_segment_1_interval_3_Silhouette.1"/>
            <p:cNvSpPr/>
            <p:nvPr/>
          </p:nvSpPr>
          <p:spPr>
            <a:xfrm>
              <a:off x="7803449" y="3106220"/>
              <a:ext cx="1124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4" name="View.ISO.Edge.BearingBlock_edge_10_segment_1_interval_4_Silhouette.1"/>
            <p:cNvSpPr/>
            <p:nvPr/>
          </p:nvSpPr>
          <p:spPr>
            <a:xfrm>
              <a:off x="7804573" y="3106701"/>
              <a:ext cx="904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5" name="View.ISO.Edge.BearingBlock_edge_10_segment_1_interval_5_Silhouette.1"/>
            <p:cNvSpPr/>
            <p:nvPr/>
          </p:nvSpPr>
          <p:spPr>
            <a:xfrm>
              <a:off x="7805477" y="3107088"/>
              <a:ext cx="101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6" name="View.ISO.Edge.BearingBlock_edge_10_segment_1_interval_6_Silhouette.1"/>
            <p:cNvSpPr/>
            <p:nvPr/>
          </p:nvSpPr>
          <p:spPr>
            <a:xfrm>
              <a:off x="7806493" y="3107523"/>
              <a:ext cx="777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7" name="View.ISO.Edge.BearingBlock_edge_10_segment_1_interval_7_Silhouette.1"/>
            <p:cNvSpPr/>
            <p:nvPr/>
          </p:nvSpPr>
          <p:spPr>
            <a:xfrm>
              <a:off x="7807270" y="3107856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8" name="View.ISO.Edge.BearingBlock_edge_10_segment_1_interval_8_Silhouette.1"/>
            <p:cNvSpPr/>
            <p:nvPr/>
          </p:nvSpPr>
          <p:spPr>
            <a:xfrm>
              <a:off x="7807505" y="3107956"/>
              <a:ext cx="907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9" name="View.ISO.Edge.BearingBlock_edge_10_segment_1_interval_9_Silhouette.1"/>
            <p:cNvSpPr/>
            <p:nvPr/>
          </p:nvSpPr>
          <p:spPr>
            <a:xfrm>
              <a:off x="7808412" y="3108345"/>
              <a:ext cx="1121" cy="4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0" name="View.ISO.Edge.BearingBlock_edge_10_segment_1_interval_10_Silhouette.1"/>
            <p:cNvSpPr/>
            <p:nvPr/>
          </p:nvSpPr>
          <p:spPr>
            <a:xfrm>
              <a:off x="7809533" y="3108825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1" name="View.ISO.Edge.BearingBlock_edge_10_segment_1_interval_11_Silhouette.1"/>
            <p:cNvSpPr/>
            <p:nvPr/>
          </p:nvSpPr>
          <p:spPr>
            <a:xfrm>
              <a:off x="7810331" y="3109167"/>
              <a:ext cx="1229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2" name="View.ISO.Edge.BearingBlock_edge_10_segment_1_interval_12_Silhouette.1"/>
            <p:cNvSpPr/>
            <p:nvPr/>
          </p:nvSpPr>
          <p:spPr>
            <a:xfrm>
              <a:off x="7811561" y="3109693"/>
              <a:ext cx="690" cy="2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3" name="View.ISO.Edge.BearingBlock_edge_10_segment_1_interval_13_Silhouette.1"/>
            <p:cNvSpPr/>
            <p:nvPr/>
          </p:nvSpPr>
          <p:spPr>
            <a:xfrm>
              <a:off x="7812251" y="3109989"/>
              <a:ext cx="1338" cy="5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4" name="View.ISO.Edge.BearingBlock_edge_10_segment_1_interval_14_Silhouette.1"/>
            <p:cNvSpPr/>
            <p:nvPr/>
          </p:nvSpPr>
          <p:spPr>
            <a:xfrm>
              <a:off x="7813588" y="3110561"/>
              <a:ext cx="581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5" name="View.ISO.Edge.BearingBlock_edge_10_segment_1_interval_15_Silhouette.1"/>
            <p:cNvSpPr/>
            <p:nvPr/>
          </p:nvSpPr>
          <p:spPr>
            <a:xfrm>
              <a:off x="7814170" y="3110810"/>
              <a:ext cx="661" cy="2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6" name="View.ISO.Edge.BearingBlock_edge_10_segment_2_interval_0_Silhouette.1"/>
            <p:cNvSpPr/>
            <p:nvPr/>
          </p:nvSpPr>
          <p:spPr>
            <a:xfrm>
              <a:off x="7814831" y="3111093"/>
              <a:ext cx="867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7" name="View.ISO.Edge.BearingBlock_edge_10_segment_2_interval_1_Silhouette.1"/>
            <p:cNvSpPr/>
            <p:nvPr/>
          </p:nvSpPr>
          <p:spPr>
            <a:xfrm>
              <a:off x="7815698" y="3111393"/>
              <a:ext cx="514" cy="1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8" name="View.ISO.Edge.BearingBlock_edge_10_segment_2_interval_2_Silhouette.1"/>
            <p:cNvSpPr/>
            <p:nvPr/>
          </p:nvSpPr>
          <p:spPr>
            <a:xfrm>
              <a:off x="7816213" y="3111571"/>
              <a:ext cx="1724" cy="5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9" name="View.ISO.Edge.BearingBlock_edge_10_segment_2_interval_3_Silhouette.1"/>
            <p:cNvSpPr/>
            <p:nvPr/>
          </p:nvSpPr>
          <p:spPr>
            <a:xfrm>
              <a:off x="7817937" y="3112168"/>
              <a:ext cx="383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0" name="View.ISO.Edge.BearingBlock_edge_10_segment_2_interval_4_Silhouette.1"/>
            <p:cNvSpPr/>
            <p:nvPr/>
          </p:nvSpPr>
          <p:spPr>
            <a:xfrm>
              <a:off x="7818320" y="3112301"/>
              <a:ext cx="1856" cy="6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1" name="View.ISO.Edge.BearingBlock_edge_10_segment_2_interval_5_Silhouette.1"/>
            <p:cNvSpPr/>
            <p:nvPr/>
          </p:nvSpPr>
          <p:spPr>
            <a:xfrm>
              <a:off x="7820176" y="3112943"/>
              <a:ext cx="251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2" name="View.ISO.Edge.BearingBlock_edge_10_segment_2_interval_6_Silhouette.1"/>
            <p:cNvSpPr/>
            <p:nvPr/>
          </p:nvSpPr>
          <p:spPr>
            <a:xfrm>
              <a:off x="7820427" y="3113030"/>
              <a:ext cx="1988" cy="6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3" name="View.ISO.Edge.BearingBlock_edge_10_segment_2_interval_7_Silhouette.1"/>
            <p:cNvSpPr/>
            <p:nvPr/>
          </p:nvSpPr>
          <p:spPr>
            <a:xfrm>
              <a:off x="7822415" y="3113718"/>
              <a:ext cx="120" cy="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4" name="View.ISO.Edge.BearingBlock_edge_10_segment_2_interval_8_Silhouette.1"/>
            <p:cNvSpPr/>
            <p:nvPr/>
          </p:nvSpPr>
          <p:spPr>
            <a:xfrm>
              <a:off x="7822535" y="3113759"/>
              <a:ext cx="629" cy="2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5" name="View.ISO.Edge.BearingBlock_edge_10_segment_2_interval_9_Silhouette.1"/>
            <p:cNvSpPr/>
            <p:nvPr/>
          </p:nvSpPr>
          <p:spPr>
            <a:xfrm>
              <a:off x="7823164" y="3113977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6" name="View.ISO.Edge.BearingBlock_edge_10_segment_2_interval_10_Silhouette.1"/>
            <p:cNvSpPr/>
            <p:nvPr/>
          </p:nvSpPr>
          <p:spPr>
            <a:xfrm>
              <a:off x="7824450" y="3114422"/>
              <a:ext cx="256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7" name="View.ISO.Edge.BearingBlock_edge_10_segment_2_interval_11_Silhouette.1"/>
            <p:cNvSpPr/>
            <p:nvPr/>
          </p:nvSpPr>
          <p:spPr>
            <a:xfrm>
              <a:off x="7824706" y="3114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8" name="View.ISO.Edge.BearingBlock_edge_10_segment_2_interval_12_Silhouette.1"/>
            <p:cNvSpPr/>
            <p:nvPr/>
          </p:nvSpPr>
          <p:spPr>
            <a:xfrm>
              <a:off x="7824725" y="3114517"/>
              <a:ext cx="892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9" name="View.ISO.Edge.BearingBlock_edge_10_segment_2_interval_13_Silhouette.1"/>
            <p:cNvSpPr/>
            <p:nvPr/>
          </p:nvSpPr>
          <p:spPr>
            <a:xfrm>
              <a:off x="7825617" y="3114826"/>
              <a:ext cx="765" cy="2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0" name="View.ISO.Edge.BearingBlock_edge_10_segment_2_interval_14_Silhouette.1"/>
            <p:cNvSpPr/>
            <p:nvPr/>
          </p:nvSpPr>
          <p:spPr>
            <a:xfrm>
              <a:off x="7826382" y="3115091"/>
              <a:ext cx="1140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1" name="View.ISO.Edge.BearingBlock_edge_10_segment_2_interval_15_Silhouette.1"/>
            <p:cNvSpPr/>
            <p:nvPr/>
          </p:nvSpPr>
          <p:spPr>
            <a:xfrm>
              <a:off x="7827522" y="3115485"/>
              <a:ext cx="222" cy="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2" name="View.ISO.Edge.BearingBlock_edge_10_segment_2_interval_16_Silhouette.1"/>
            <p:cNvSpPr/>
            <p:nvPr/>
          </p:nvSpPr>
          <p:spPr>
            <a:xfrm>
              <a:off x="7827744" y="3115562"/>
              <a:ext cx="1657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3" name="View.ISO.Edge.BearingBlock_edge_10_segment_3_interval_0_Silhouette.1"/>
            <p:cNvSpPr/>
            <p:nvPr/>
          </p:nvSpPr>
          <p:spPr>
            <a:xfrm>
              <a:off x="7829401" y="3116135"/>
              <a:ext cx="1059" cy="2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4" name="View.ISO.Edge.BearingBlock_edge_10_segment_3_interval_1_Silhouette.1"/>
            <p:cNvSpPr/>
            <p:nvPr/>
          </p:nvSpPr>
          <p:spPr>
            <a:xfrm>
              <a:off x="7830460" y="3116425"/>
              <a:ext cx="497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5" name="View.ISO.Edge.BearingBlock_edge_10_segment_3_interval_2_Silhouette.1"/>
            <p:cNvSpPr/>
            <p:nvPr/>
          </p:nvSpPr>
          <p:spPr>
            <a:xfrm>
              <a:off x="7830957" y="3116560"/>
              <a:ext cx="2689" cy="7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6" name="View.ISO.Edge.BearingBlock_edge_10_segment_3_interval_3_Silhouette.1"/>
            <p:cNvSpPr/>
            <p:nvPr/>
          </p:nvSpPr>
          <p:spPr>
            <a:xfrm>
              <a:off x="7833646" y="3117295"/>
              <a:ext cx="760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7" name="View.ISO.Edge.BearingBlock_edge_10_segment_3_interval_4_Silhouette.1"/>
            <p:cNvSpPr/>
            <p:nvPr/>
          </p:nvSpPr>
          <p:spPr>
            <a:xfrm>
              <a:off x="7834406" y="3117502"/>
              <a:ext cx="2426" cy="6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8" name="View.ISO.Edge.BearingBlock_edge_10_segment_3_interval_5_Silhouette.1"/>
            <p:cNvSpPr/>
            <p:nvPr/>
          </p:nvSpPr>
          <p:spPr>
            <a:xfrm>
              <a:off x="7836832" y="3118165"/>
              <a:ext cx="102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9" name="View.ISO.Edge.BearingBlock_edge_10_segment_3_interval_6_Silhouette.1"/>
            <p:cNvSpPr/>
            <p:nvPr/>
          </p:nvSpPr>
          <p:spPr>
            <a:xfrm>
              <a:off x="7837855" y="3118444"/>
              <a:ext cx="2163" cy="5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0" name="View.ISO.Edge.BearingBlock_edge_10_segment_3_interval_7_Silhouette.1"/>
            <p:cNvSpPr/>
            <p:nvPr/>
          </p:nvSpPr>
          <p:spPr>
            <a:xfrm>
              <a:off x="7840018" y="3119035"/>
              <a:ext cx="1286" cy="3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1" name="View.ISO.Edge.BearingBlock_edge_10_segment_3_interval_8_Silhouette.1"/>
            <p:cNvSpPr/>
            <p:nvPr/>
          </p:nvSpPr>
          <p:spPr>
            <a:xfrm>
              <a:off x="7841304" y="3119386"/>
              <a:ext cx="1900" cy="5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2" name="View.ISO.Edge.BearingBlock_edge_10_segment_3_interval_9_Silhouette.1"/>
            <p:cNvSpPr/>
            <p:nvPr/>
          </p:nvSpPr>
          <p:spPr>
            <a:xfrm>
              <a:off x="7843204" y="3119905"/>
              <a:ext cx="1549" cy="4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3" name="View.ISO.Edge.BearingBlock_edge_10_segment_3_interval_10_Silhouette.1"/>
            <p:cNvSpPr/>
            <p:nvPr/>
          </p:nvSpPr>
          <p:spPr>
            <a:xfrm>
              <a:off x="7844753" y="312032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4" name="View.ISO.Edge.BearingBlock_edge_10_segment_4_interval_0_Silhouette.1"/>
            <p:cNvSpPr/>
            <p:nvPr/>
          </p:nvSpPr>
          <p:spPr>
            <a:xfrm>
              <a:off x="7844758" y="3120329"/>
              <a:ext cx="882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5" name="View.ISO.Edge.BearingBlock_edge_10_segment_4_interval_1_Silhouette.1"/>
            <p:cNvSpPr/>
            <p:nvPr/>
          </p:nvSpPr>
          <p:spPr>
            <a:xfrm>
              <a:off x="7845640" y="3120511"/>
              <a:ext cx="972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6" name="View.ISO.Edge.BearingBlock_edge_10_segment_4_interval_2_Silhouette.1"/>
            <p:cNvSpPr/>
            <p:nvPr/>
          </p:nvSpPr>
          <p:spPr>
            <a:xfrm>
              <a:off x="7846612" y="3120712"/>
              <a:ext cx="2104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7" name="View.ISO.Edge.BearingBlock_edge_10_segment_4_interval_3_Silhouette.1"/>
            <p:cNvSpPr/>
            <p:nvPr/>
          </p:nvSpPr>
          <p:spPr>
            <a:xfrm>
              <a:off x="7848716" y="3121147"/>
              <a:ext cx="1516" cy="3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8" name="View.ISO.Edge.BearingBlock_edge_10_segment_4_interval_4_Silhouette.1"/>
            <p:cNvSpPr/>
            <p:nvPr/>
          </p:nvSpPr>
          <p:spPr>
            <a:xfrm>
              <a:off x="7850232" y="3121460"/>
              <a:ext cx="2448" cy="5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9" name="View.ISO.Edge.BearingBlock_edge_10_segment_4_interval_5_Silhouette.1"/>
            <p:cNvSpPr/>
            <p:nvPr/>
          </p:nvSpPr>
          <p:spPr>
            <a:xfrm>
              <a:off x="7852680" y="3121965"/>
              <a:ext cx="1172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0" name="View.ISO.Edge.BearingBlock_edge_10_segment_4_interval_6_Silhouette.1"/>
            <p:cNvSpPr/>
            <p:nvPr/>
          </p:nvSpPr>
          <p:spPr>
            <a:xfrm>
              <a:off x="7853852" y="3122208"/>
              <a:ext cx="2791" cy="5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1" name="View.ISO.Edge.BearingBlock_edge_10_segment_4_interval_7_Silhouette.1"/>
            <p:cNvSpPr/>
            <p:nvPr/>
          </p:nvSpPr>
          <p:spPr>
            <a:xfrm>
              <a:off x="7856644" y="3122784"/>
              <a:ext cx="828" cy="1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2" name="View.ISO.Edge.BearingBlock_edge_10_segment_4_interval_8_Silhouette.1"/>
            <p:cNvSpPr/>
            <p:nvPr/>
          </p:nvSpPr>
          <p:spPr>
            <a:xfrm>
              <a:off x="7857472" y="3122955"/>
              <a:ext cx="3135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3" name="View.ISO.Edge.BearingBlock_edge_10_segment_4_interval_9_Silhouette.1"/>
            <p:cNvSpPr/>
            <p:nvPr/>
          </p:nvSpPr>
          <p:spPr>
            <a:xfrm>
              <a:off x="7860607" y="3123603"/>
              <a:ext cx="1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4" name="View.ISO.Edge.BearingBlock_edge_10_segment_5_interval_0_Silhouette.1"/>
            <p:cNvSpPr/>
            <p:nvPr/>
          </p:nvSpPr>
          <p:spPr>
            <a:xfrm>
              <a:off x="7860752" y="3123633"/>
              <a:ext cx="390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5" name="View.ISO.Edge.BearingBlock_edge_10_segment_5_interval_1_Silhouette.1"/>
            <p:cNvSpPr/>
            <p:nvPr/>
          </p:nvSpPr>
          <p:spPr>
            <a:xfrm>
              <a:off x="7861142" y="3123689"/>
              <a:ext cx="3890" cy="5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6" name="View.ISO.Edge.BearingBlock_edge_10_segment_5_interval_2_Silhouette.1"/>
            <p:cNvSpPr/>
            <p:nvPr/>
          </p:nvSpPr>
          <p:spPr>
            <a:xfrm>
              <a:off x="7865032" y="3124252"/>
              <a:ext cx="15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7" name="View.ISO.Edge.BearingBlock_edge_10_segment_5_interval_3_Silhouette.1"/>
            <p:cNvSpPr/>
            <p:nvPr/>
          </p:nvSpPr>
          <p:spPr>
            <a:xfrm>
              <a:off x="7865188" y="3124274"/>
              <a:ext cx="1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8" name="View.ISO.Edge.BearingBlock_edge_10_segment_5_interval_4_Silhouette.1"/>
            <p:cNvSpPr/>
            <p:nvPr/>
          </p:nvSpPr>
          <p:spPr>
            <a:xfrm>
              <a:off x="7865288" y="3124289"/>
              <a:ext cx="911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9" name="View.ISO.Edge.BearingBlock_edge_10_segment_5_interval_5_Silhouette.1"/>
            <p:cNvSpPr/>
            <p:nvPr/>
          </p:nvSpPr>
          <p:spPr>
            <a:xfrm>
              <a:off x="7866198" y="312442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0" name="View.ISO.Edge.BearingBlock_edge_10_segment_5_interval_6_Silhouette.1"/>
            <p:cNvSpPr/>
            <p:nvPr/>
          </p:nvSpPr>
          <p:spPr>
            <a:xfrm>
              <a:off x="7867806" y="3124653"/>
              <a:ext cx="2173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1" name="View.ISO.Edge.BearingBlock_edge_10_segment_5_interval_7_Silhouette.1"/>
            <p:cNvSpPr/>
            <p:nvPr/>
          </p:nvSpPr>
          <p:spPr>
            <a:xfrm>
              <a:off x="7869979" y="3124967"/>
              <a:ext cx="1521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2" name="View.ISO.Edge.BearingBlock_edge_10_segment_5_interval_8_Silhouette.1"/>
            <p:cNvSpPr/>
            <p:nvPr/>
          </p:nvSpPr>
          <p:spPr>
            <a:xfrm>
              <a:off x="7871500" y="3125187"/>
              <a:ext cx="948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3" name="View.ISO.Edge.BearingBlock_edge_10_segment_5_interval_9_Silhouette.1"/>
            <p:cNvSpPr/>
            <p:nvPr/>
          </p:nvSpPr>
          <p:spPr>
            <a:xfrm>
              <a:off x="7872448" y="3125324"/>
              <a:ext cx="4782" cy="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4" name="View.ISO.Edge.BearingBlock_edge_10_segment_6_interval_0_Silhouette.1"/>
            <p:cNvSpPr/>
            <p:nvPr/>
          </p:nvSpPr>
          <p:spPr>
            <a:xfrm>
              <a:off x="7877230" y="3126016"/>
              <a:ext cx="1375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5" name="View.ISO.Edge.BearingBlock_edge_10_segment_6_interval_1_Silhouette.1"/>
            <p:cNvSpPr/>
            <p:nvPr/>
          </p:nvSpPr>
          <p:spPr>
            <a:xfrm>
              <a:off x="7878605" y="3126134"/>
              <a:ext cx="3027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6" name="View.ISO.Edge.BearingBlock_edge_10_segment_6_interval_2_Silhouette.1"/>
            <p:cNvSpPr/>
            <p:nvPr/>
          </p:nvSpPr>
          <p:spPr>
            <a:xfrm>
              <a:off x="7881632" y="3126393"/>
              <a:ext cx="2696" cy="2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7" name="View.ISO.Edge.BearingBlock_edge_10_segment_6_interval_3_Silhouette.1"/>
            <p:cNvSpPr/>
            <p:nvPr/>
          </p:nvSpPr>
          <p:spPr>
            <a:xfrm>
              <a:off x="7884328" y="3126624"/>
              <a:ext cx="3063" cy="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8" name="View.ISO.Edge.BearingBlock_edge_10_segment_6_interval_4_Silhouette.1"/>
            <p:cNvSpPr/>
            <p:nvPr/>
          </p:nvSpPr>
          <p:spPr>
            <a:xfrm>
              <a:off x="7887391" y="3126886"/>
              <a:ext cx="5170" cy="4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9" name="View.ISO.Edge.BearingBlock_edge_10_segment_6_interval_5_Silhouette.1"/>
            <p:cNvSpPr/>
            <p:nvPr/>
          </p:nvSpPr>
          <p:spPr>
            <a:xfrm>
              <a:off x="7892561" y="3127329"/>
              <a:ext cx="1472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0" name="View.ISO.Edge.BearingBlock_edge_10_segment_7_interval_0_Silhouette.1"/>
            <p:cNvSpPr/>
            <p:nvPr/>
          </p:nvSpPr>
          <p:spPr>
            <a:xfrm>
              <a:off x="7894033" y="3127455"/>
              <a:ext cx="2997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1" name="View.ISO.Edge.BearingBlock_edge_10_segment_7_interval_1_Silhouette.1"/>
            <p:cNvSpPr/>
            <p:nvPr/>
          </p:nvSpPr>
          <p:spPr>
            <a:xfrm>
              <a:off x="7897031" y="3127540"/>
              <a:ext cx="11649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2" name="View.ISO.Edge.BearingBlock_edge_10_segment_7_interval_2_Silhouette.1"/>
            <p:cNvSpPr/>
            <p:nvPr/>
          </p:nvSpPr>
          <p:spPr>
            <a:xfrm>
              <a:off x="7908680" y="3127870"/>
              <a:ext cx="6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3" name="View.ISO.Edge.BearingBlock_edge_10_segment_7_interval_3_Silhouette.1"/>
            <p:cNvSpPr/>
            <p:nvPr/>
          </p:nvSpPr>
          <p:spPr>
            <a:xfrm>
              <a:off x="7909316" y="3127888"/>
              <a:ext cx="85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4" name="View.ISO.Edge.BearingBlock_edge_10_segment_7_interval_4_Silhouette.1"/>
            <p:cNvSpPr/>
            <p:nvPr/>
          </p:nvSpPr>
          <p:spPr>
            <a:xfrm>
              <a:off x="7910169" y="3127913"/>
              <a:ext cx="83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5" name="View.ISO.Edge.BearingBlock_edge_10_segment_8_interval_0_Silhouette.1"/>
            <p:cNvSpPr/>
            <p:nvPr/>
          </p:nvSpPr>
          <p:spPr>
            <a:xfrm flipV="1">
              <a:off x="7911000" y="3127877"/>
              <a:ext cx="2075" cy="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6" name="View.ISO.Edge.BearingBlock_edge_10_segment_8_interval_1_Silhouette.1"/>
            <p:cNvSpPr/>
            <p:nvPr/>
          </p:nvSpPr>
          <p:spPr>
            <a:xfrm flipV="1">
              <a:off x="7913075" y="3127870"/>
              <a:ext cx="24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7" name="View.ISO.Edge.BearingBlock_edge_10_segment_8_interval_2_Silhouette.1"/>
            <p:cNvSpPr/>
            <p:nvPr/>
          </p:nvSpPr>
          <p:spPr>
            <a:xfrm flipV="1">
              <a:off x="7913320" y="3127830"/>
              <a:ext cx="1409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8" name="View.ISO.Edge.BearingBlock_edge_10_segment_8_interval_3_Silhouette.1"/>
            <p:cNvSpPr/>
            <p:nvPr/>
          </p:nvSpPr>
          <p:spPr>
            <a:xfrm flipV="1">
              <a:off x="7914729" y="3127524"/>
              <a:ext cx="10800" cy="3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9" name="View.ISO.Edge.BearingBlock_edge_10_segment_8_interval_4_Silhouette.1"/>
            <p:cNvSpPr/>
            <p:nvPr/>
          </p:nvSpPr>
          <p:spPr>
            <a:xfrm flipV="1">
              <a:off x="7925529" y="3127455"/>
              <a:ext cx="2438" cy="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0" name="View.ISO.Edge.BearingBlock_edge_10_segment_9_interval_0_Silhouette.1"/>
            <p:cNvSpPr/>
            <p:nvPr/>
          </p:nvSpPr>
          <p:spPr>
            <a:xfrm flipV="1">
              <a:off x="7927967" y="3127329"/>
              <a:ext cx="1472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1" name="View.ISO.Edge.BearingBlock_edge_10_segment_9_interval_1_Silhouette.1"/>
            <p:cNvSpPr/>
            <p:nvPr/>
          </p:nvSpPr>
          <p:spPr>
            <a:xfrm flipV="1">
              <a:off x="7929439" y="3127212"/>
              <a:ext cx="1367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2" name="View.ISO.Edge.BearingBlock_edge_10_segment_9_interval_2_Silhouette.1"/>
            <p:cNvSpPr/>
            <p:nvPr/>
          </p:nvSpPr>
          <p:spPr>
            <a:xfrm flipV="1">
              <a:off x="7930807" y="3126819"/>
              <a:ext cx="4582" cy="3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3" name="View.ISO.Edge.BearingBlock_edge_10_segment_9_interval_3_Silhouette.1"/>
            <p:cNvSpPr/>
            <p:nvPr/>
          </p:nvSpPr>
          <p:spPr>
            <a:xfrm flipV="1">
              <a:off x="7935389" y="3126393"/>
              <a:ext cx="4980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4" name="View.ISO.Edge.BearingBlock_edge_10_segment_9_interval_4_Silhouette.1"/>
            <p:cNvSpPr/>
            <p:nvPr/>
          </p:nvSpPr>
          <p:spPr>
            <a:xfrm flipV="1">
              <a:off x="7940368" y="3126016"/>
              <a:ext cx="4402" cy="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5" name="View.ISO.Edge.BearingBlock_edge_10_segment_10_interval_0_Silhouette.1"/>
            <p:cNvSpPr/>
            <p:nvPr/>
          </p:nvSpPr>
          <p:spPr>
            <a:xfrm flipV="1">
              <a:off x="7944770" y="3125594"/>
              <a:ext cx="2919" cy="4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6" name="View.ISO.Edge.BearingBlock_edge_10_segment_10_interval_1_Silhouette.1"/>
            <p:cNvSpPr/>
            <p:nvPr/>
          </p:nvSpPr>
          <p:spPr>
            <a:xfrm flipV="1">
              <a:off x="7947689" y="3125521"/>
              <a:ext cx="503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7" name="View.ISO.Edge.BearingBlock_edge_10_segment_10_interval_2_Silhouette.1"/>
            <p:cNvSpPr/>
            <p:nvPr/>
          </p:nvSpPr>
          <p:spPr>
            <a:xfrm flipV="1">
              <a:off x="7948192" y="3125324"/>
              <a:ext cx="1360" cy="1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8" name="View.ISO.Edge.BearingBlock_edge_10_segment_10_interval_3_Silhouette.1"/>
            <p:cNvSpPr/>
            <p:nvPr/>
          </p:nvSpPr>
          <p:spPr>
            <a:xfrm flipV="1">
              <a:off x="7949552" y="3124653"/>
              <a:ext cx="4641" cy="6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9" name="View.ISO.Edge.BearingBlock_edge_10_segment_10_interval_4_Silhouette.1"/>
            <p:cNvSpPr/>
            <p:nvPr/>
          </p:nvSpPr>
          <p:spPr>
            <a:xfrm flipV="1">
              <a:off x="7954194" y="312442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0" name="View.ISO.Edge.BearingBlock_edge_10_segment_10_interval_5_Silhouette.1"/>
            <p:cNvSpPr/>
            <p:nvPr/>
          </p:nvSpPr>
          <p:spPr>
            <a:xfrm flipV="1">
              <a:off x="7955802" y="3124274"/>
              <a:ext cx="1011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1" name="View.ISO.Edge.BearingBlock_edge_10_segment_10_interval_6_Silhouette.1"/>
            <p:cNvSpPr/>
            <p:nvPr/>
          </p:nvSpPr>
          <p:spPr>
            <a:xfrm flipV="1">
              <a:off x="7956812" y="3124256"/>
              <a:ext cx="12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2" name="View.ISO.Edge.BearingBlock_edge_10_segment_10_interval_7_Silhouette.1"/>
            <p:cNvSpPr/>
            <p:nvPr/>
          </p:nvSpPr>
          <p:spPr>
            <a:xfrm flipV="1">
              <a:off x="7956938" y="312425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3" name="View.ISO.Edge.BearingBlock_edge_10_segment_10_interval_8_Silhouette.1"/>
            <p:cNvSpPr/>
            <p:nvPr/>
          </p:nvSpPr>
          <p:spPr>
            <a:xfrm flipV="1">
              <a:off x="7956968" y="3124115"/>
              <a:ext cx="946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4" name="View.ISO.Edge.BearingBlock_edge_10_segment_10_interval_9_Silhouette.1"/>
            <p:cNvSpPr/>
            <p:nvPr/>
          </p:nvSpPr>
          <p:spPr>
            <a:xfrm flipV="1">
              <a:off x="7957914" y="3124035"/>
              <a:ext cx="556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5" name="View.ISO.Edge.BearingBlock_edge_10_segment_10_interval_10_Silhouette.1"/>
            <p:cNvSpPr/>
            <p:nvPr/>
          </p:nvSpPr>
          <p:spPr>
            <a:xfrm flipV="1">
              <a:off x="7958470" y="3123633"/>
              <a:ext cx="2778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6" name="View.ISO.Edge.BearingBlock_edge_10_segment_11_interval_0_Silhouette.1"/>
            <p:cNvSpPr/>
            <p:nvPr/>
          </p:nvSpPr>
          <p:spPr>
            <a:xfrm flipV="1">
              <a:off x="7961248" y="3123603"/>
              <a:ext cx="1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7" name="View.ISO.Edge.BearingBlock_edge_10_segment_11_interval_1_Silhouette.1"/>
            <p:cNvSpPr/>
            <p:nvPr/>
          </p:nvSpPr>
          <p:spPr>
            <a:xfrm flipV="1">
              <a:off x="7961393" y="3123482"/>
              <a:ext cx="587" cy="1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8" name="View.ISO.Edge.BearingBlock_edge_10_segment_11_interval_2_Silhouette.1"/>
            <p:cNvSpPr/>
            <p:nvPr/>
          </p:nvSpPr>
          <p:spPr>
            <a:xfrm flipV="1">
              <a:off x="7961979" y="3122784"/>
              <a:ext cx="3377" cy="6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9" name="View.ISO.Edge.BearingBlock_edge_10_segment_11_interval_3_Silhouette.1"/>
            <p:cNvSpPr/>
            <p:nvPr/>
          </p:nvSpPr>
          <p:spPr>
            <a:xfrm flipV="1">
              <a:off x="7965356" y="3122577"/>
              <a:ext cx="1002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0" name="View.ISO.Edge.BearingBlock_edge_10_segment_11_interval_4_Silhouette.1"/>
            <p:cNvSpPr/>
            <p:nvPr/>
          </p:nvSpPr>
          <p:spPr>
            <a:xfrm flipV="1">
              <a:off x="7966359" y="3122482"/>
              <a:ext cx="459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1" name="View.ISO.Edge.BearingBlock_edge_10_segment_11_interval_5_Silhouette.1"/>
            <p:cNvSpPr/>
            <p:nvPr/>
          </p:nvSpPr>
          <p:spPr>
            <a:xfrm flipV="1">
              <a:off x="7966817" y="3121965"/>
              <a:ext cx="2503" cy="5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2" name="View.ISO.Edge.BearingBlock_edge_10_segment_11_interval_6_Silhouette.1"/>
            <p:cNvSpPr/>
            <p:nvPr/>
          </p:nvSpPr>
          <p:spPr>
            <a:xfrm flipV="1">
              <a:off x="7969320" y="3121672"/>
              <a:ext cx="1418" cy="2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3" name="View.ISO.Edge.BearingBlock_edge_10_segment_11_interval_7_Silhouette.1"/>
            <p:cNvSpPr/>
            <p:nvPr/>
          </p:nvSpPr>
          <p:spPr>
            <a:xfrm flipV="1">
              <a:off x="7970738" y="3121147"/>
              <a:ext cx="2546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4" name="View.ISO.Edge.BearingBlock_edge_10_segment_11_interval_8_Silhouette.1"/>
            <p:cNvSpPr/>
            <p:nvPr/>
          </p:nvSpPr>
          <p:spPr>
            <a:xfrm flipV="1">
              <a:off x="7973284" y="3120768"/>
              <a:ext cx="1834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5" name="View.ISO.Edge.BearingBlock_edge_10_segment_11_interval_9_Silhouette.1"/>
            <p:cNvSpPr/>
            <p:nvPr/>
          </p:nvSpPr>
          <p:spPr>
            <a:xfrm flipV="1">
              <a:off x="7975117" y="3120329"/>
              <a:ext cx="2125" cy="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6" name="View.ISO.Edge.BearingBlock_edge_10_segment_12_interval_0_Silhouette.1"/>
            <p:cNvSpPr/>
            <p:nvPr/>
          </p:nvSpPr>
          <p:spPr>
            <a:xfrm flipV="1">
              <a:off x="7977242" y="312032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7" name="View.ISO.Edge.BearingBlock_edge_10_segment_12_interval_1_Silhouette.1"/>
            <p:cNvSpPr/>
            <p:nvPr/>
          </p:nvSpPr>
          <p:spPr>
            <a:xfrm flipV="1">
              <a:off x="7977247" y="3120264"/>
              <a:ext cx="233" cy="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8" name="View.ISO.Edge.BearingBlock_edge_10_segment_12_interval_2_Silhouette.1"/>
            <p:cNvSpPr/>
            <p:nvPr/>
          </p:nvSpPr>
          <p:spPr>
            <a:xfrm flipV="1">
              <a:off x="7977480" y="3119831"/>
              <a:ext cx="1585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9" name="View.ISO.Edge.BearingBlock_edge_10_segment_12_interval_3_Silhouette.1"/>
            <p:cNvSpPr/>
            <p:nvPr/>
          </p:nvSpPr>
          <p:spPr>
            <a:xfrm flipV="1">
              <a:off x="7979065" y="3119800"/>
              <a:ext cx="11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0" name="View.ISO.Edge.BearingBlock_edge_10_segment_12_interval_4_Silhouette.1"/>
            <p:cNvSpPr/>
            <p:nvPr/>
          </p:nvSpPr>
          <p:spPr>
            <a:xfrm flipV="1">
              <a:off x="7979178" y="3119386"/>
              <a:ext cx="1518" cy="4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1" name="View.ISO.Edge.BearingBlock_edge_10_segment_12_interval_5_Silhouette.1"/>
            <p:cNvSpPr/>
            <p:nvPr/>
          </p:nvSpPr>
          <p:spPr>
            <a:xfrm flipV="1">
              <a:off x="7980696" y="3118774"/>
              <a:ext cx="2242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2" name="View.ISO.Edge.BearingBlock_edge_10_segment_12_interval_6_Silhouette.1"/>
            <p:cNvSpPr/>
            <p:nvPr/>
          </p:nvSpPr>
          <p:spPr>
            <a:xfrm flipV="1">
              <a:off x="7982938" y="3118444"/>
              <a:ext cx="1207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3" name="View.ISO.Edge.BearingBlock_edge_10_segment_12_interval_7_Silhouette.1"/>
            <p:cNvSpPr/>
            <p:nvPr/>
          </p:nvSpPr>
          <p:spPr>
            <a:xfrm flipV="1">
              <a:off x="7984145" y="3117747"/>
              <a:ext cx="2553" cy="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4" name="View.ISO.Edge.BearingBlock_edge_10_segment_12_interval_8_Silhouette.1"/>
            <p:cNvSpPr/>
            <p:nvPr/>
          </p:nvSpPr>
          <p:spPr>
            <a:xfrm flipV="1">
              <a:off x="7986697" y="3117502"/>
              <a:ext cx="897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5" name="View.ISO.Edge.BearingBlock_edge_10_segment_12_interval_9_Silhouette.1"/>
            <p:cNvSpPr/>
            <p:nvPr/>
          </p:nvSpPr>
          <p:spPr>
            <a:xfrm flipV="1">
              <a:off x="7987594" y="3116720"/>
              <a:ext cx="2863" cy="7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6" name="View.ISO.Edge.BearingBlock_edge_10_segment_12_interval_10_Silhouette.1"/>
            <p:cNvSpPr/>
            <p:nvPr/>
          </p:nvSpPr>
          <p:spPr>
            <a:xfrm flipV="1">
              <a:off x="7990457" y="3116560"/>
              <a:ext cx="586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7" name="View.ISO.Edge.BearingBlock_edge_10_segment_12_interval_11_Silhouette.1"/>
            <p:cNvSpPr/>
            <p:nvPr/>
          </p:nvSpPr>
          <p:spPr>
            <a:xfrm flipV="1">
              <a:off x="7991043" y="3116135"/>
              <a:ext cx="1556" cy="4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8" name="View.ISO.Edge.BearingBlock_edge_10_segment_13_interval_0_Silhouette.1"/>
            <p:cNvSpPr/>
            <p:nvPr/>
          </p:nvSpPr>
          <p:spPr>
            <a:xfrm flipV="1">
              <a:off x="7992599" y="3115651"/>
              <a:ext cx="1401" cy="4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9" name="View.ISO.Edge.BearingBlock_edge_10_segment_13_interval_1_Silhouette.1"/>
            <p:cNvSpPr/>
            <p:nvPr/>
          </p:nvSpPr>
          <p:spPr>
            <a:xfrm flipV="1">
              <a:off x="7993999" y="3115562"/>
              <a:ext cx="257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0" name="View.ISO.Edge.BearingBlock_edge_10_segment_13_interval_2_Silhouette.1"/>
            <p:cNvSpPr/>
            <p:nvPr/>
          </p:nvSpPr>
          <p:spPr>
            <a:xfrm flipV="1">
              <a:off x="7994256" y="3114826"/>
              <a:ext cx="2127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1" name="View.ISO.Edge.BearingBlock_edge_10_segment_13_interval_3_Silhouette.1"/>
            <p:cNvSpPr/>
            <p:nvPr/>
          </p:nvSpPr>
          <p:spPr>
            <a:xfrm flipV="1">
              <a:off x="7996383" y="3114525"/>
              <a:ext cx="871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2" name="View.ISO.Edge.BearingBlock_edge_10_segment_13_interval_4_Silhouette.1"/>
            <p:cNvSpPr/>
            <p:nvPr/>
          </p:nvSpPr>
          <p:spPr>
            <a:xfrm flipV="1">
              <a:off x="7997254" y="311451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3" name="View.ISO.Edge.BearingBlock_edge_10_segment_13_interval_5_Silhouette.1"/>
            <p:cNvSpPr/>
            <p:nvPr/>
          </p:nvSpPr>
          <p:spPr>
            <a:xfrm flipV="1">
              <a:off x="7997275" y="3114422"/>
              <a:ext cx="275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4" name="View.ISO.Edge.BearingBlock_edge_10_segment_13_interval_6_Silhouette.1"/>
            <p:cNvSpPr/>
            <p:nvPr/>
          </p:nvSpPr>
          <p:spPr>
            <a:xfrm flipV="1">
              <a:off x="7997550" y="3113977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5" name="View.ISO.Edge.BearingBlock_edge_10_segment_13_interval_7_Silhouette.1"/>
            <p:cNvSpPr/>
            <p:nvPr/>
          </p:nvSpPr>
          <p:spPr>
            <a:xfrm flipV="1">
              <a:off x="7998836" y="3113718"/>
              <a:ext cx="749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6" name="View.ISO.Edge.BearingBlock_edge_10_segment_13_interval_8_Silhouette.1"/>
            <p:cNvSpPr/>
            <p:nvPr/>
          </p:nvSpPr>
          <p:spPr>
            <a:xfrm flipV="1">
              <a:off x="7999585" y="3113671"/>
              <a:ext cx="1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7" name="View.ISO.Edge.BearingBlock_edge_10_segment_13_interval_9_Silhouette.1"/>
            <p:cNvSpPr/>
            <p:nvPr/>
          </p:nvSpPr>
          <p:spPr>
            <a:xfrm flipV="1">
              <a:off x="7999721" y="3113517"/>
              <a:ext cx="445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8" name="View.ISO.Edge.BearingBlock_edge_10_segment_13_interval_10_Silhouette.1"/>
            <p:cNvSpPr/>
            <p:nvPr/>
          </p:nvSpPr>
          <p:spPr>
            <a:xfrm flipV="1">
              <a:off x="8000166" y="3112943"/>
              <a:ext cx="1658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9" name="View.ISO.Edge.BearingBlock_edge_10_segment_13_interval_11_Silhouette.1"/>
            <p:cNvSpPr/>
            <p:nvPr/>
          </p:nvSpPr>
          <p:spPr>
            <a:xfrm flipV="1">
              <a:off x="8001824" y="3112845"/>
              <a:ext cx="285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0" name="View.ISO.Edge.BearingBlock_edge_10_segment_13_interval_12_Silhouette.1"/>
            <p:cNvSpPr/>
            <p:nvPr/>
          </p:nvSpPr>
          <p:spPr>
            <a:xfrm flipV="1">
              <a:off x="8002109" y="3112168"/>
              <a:ext cx="1954" cy="6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1" name="View.ISO.Edge.BearingBlock_edge_10_segment_13_interval_13_Silhouette.1"/>
            <p:cNvSpPr/>
            <p:nvPr/>
          </p:nvSpPr>
          <p:spPr>
            <a:xfrm flipV="1">
              <a:off x="8004063" y="3112018"/>
              <a:ext cx="434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2" name="View.ISO.Edge.BearingBlock_edge_10_segment_13_interval_14_Silhouette.1"/>
            <p:cNvSpPr/>
            <p:nvPr/>
          </p:nvSpPr>
          <p:spPr>
            <a:xfrm flipV="1">
              <a:off x="8004497" y="3111393"/>
              <a:ext cx="1805" cy="6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3" name="View.ISO.Edge.BearingBlock_edge_10_segment_13_interval_15_Silhouette.1"/>
            <p:cNvSpPr/>
            <p:nvPr/>
          </p:nvSpPr>
          <p:spPr>
            <a:xfrm flipV="1">
              <a:off x="8006302" y="3111192"/>
              <a:ext cx="583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4" name="View.ISO.Edge.BearingBlock_edge_10_segment_13_interval_16_Silhouette.1"/>
            <p:cNvSpPr/>
            <p:nvPr/>
          </p:nvSpPr>
          <p:spPr>
            <a:xfrm flipV="1">
              <a:off x="8006885" y="3111093"/>
              <a:ext cx="284" cy="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5" name="View.ISO.Edge.BearingBlock_edge_10_segment_14_interval_0_Silhouette.1"/>
            <p:cNvSpPr/>
            <p:nvPr/>
          </p:nvSpPr>
          <p:spPr>
            <a:xfrm flipV="1">
              <a:off x="8007169" y="3110561"/>
              <a:ext cx="1242" cy="5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6" name="View.ISO.Edge.BearingBlock_edge_10_segment_14_interval_1_Silhouette.1"/>
            <p:cNvSpPr/>
            <p:nvPr/>
          </p:nvSpPr>
          <p:spPr>
            <a:xfrm flipV="1">
              <a:off x="8008412" y="3110283"/>
              <a:ext cx="651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7" name="View.ISO.Edge.BearingBlock_edge_10_segment_14_interval_2_Silhouette.1"/>
            <p:cNvSpPr/>
            <p:nvPr/>
          </p:nvSpPr>
          <p:spPr>
            <a:xfrm flipV="1">
              <a:off x="8009063" y="3109693"/>
              <a:ext cx="1377" cy="5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8" name="View.ISO.Edge.BearingBlock_edge_10_segment_14_interval_3_Silhouette.1"/>
            <p:cNvSpPr/>
            <p:nvPr/>
          </p:nvSpPr>
          <p:spPr>
            <a:xfrm flipV="1">
              <a:off x="8010439" y="3109362"/>
              <a:ext cx="773" cy="3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9" name="View.ISO.Edge.BearingBlock_edge_10_segment_14_interval_4_Silhouette.1"/>
            <p:cNvSpPr/>
            <p:nvPr/>
          </p:nvSpPr>
          <p:spPr>
            <a:xfrm flipV="1">
              <a:off x="8011212" y="3108825"/>
              <a:ext cx="1255" cy="5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0" name="View.ISO.Edge.BearingBlock_edge_10_segment_14_interval_5_Silhouette.1"/>
            <p:cNvSpPr/>
            <p:nvPr/>
          </p:nvSpPr>
          <p:spPr>
            <a:xfrm flipV="1">
              <a:off x="8012467" y="3108442"/>
              <a:ext cx="894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1" name="View.ISO.Edge.BearingBlock_edge_10_segment_14_interval_6_Silhouette.1"/>
            <p:cNvSpPr/>
            <p:nvPr/>
          </p:nvSpPr>
          <p:spPr>
            <a:xfrm flipV="1">
              <a:off x="8013362" y="3107956"/>
              <a:ext cx="1133" cy="4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2" name="View.ISO.Edge.BearingBlock_edge_10_segment_14_interval_7_Silhouette.1"/>
            <p:cNvSpPr/>
            <p:nvPr/>
          </p:nvSpPr>
          <p:spPr>
            <a:xfrm flipV="1">
              <a:off x="8014495" y="3107521"/>
              <a:ext cx="101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3" name="View.ISO.Edge.BearingBlock_edge_10_segment_14_interval_8_Silhouette.1"/>
            <p:cNvSpPr/>
            <p:nvPr/>
          </p:nvSpPr>
          <p:spPr>
            <a:xfrm flipV="1">
              <a:off x="8015511" y="3107088"/>
              <a:ext cx="1012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4" name="View.ISO.Edge.BearingBlock_edge_10_segment_14_interval_9_Silhouette.1"/>
            <p:cNvSpPr/>
            <p:nvPr/>
          </p:nvSpPr>
          <p:spPr>
            <a:xfrm flipV="1">
              <a:off x="8016523" y="3106943"/>
              <a:ext cx="338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5" name="View.ISO.Edge.BearingBlock_edge_10_segment_14_interval_10_Silhouette.1"/>
            <p:cNvSpPr/>
            <p:nvPr/>
          </p:nvSpPr>
          <p:spPr>
            <a:xfrm flipV="1">
              <a:off x="8016861" y="3106601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6" name="View.ISO.Edge.BearingBlock_edge_10_segment_14_interval_11_Silhouette.1"/>
            <p:cNvSpPr/>
            <p:nvPr/>
          </p:nvSpPr>
          <p:spPr>
            <a:xfrm flipV="1">
              <a:off x="8017661" y="3106220"/>
              <a:ext cx="890" cy="3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7" name="View.ISO.Edge.BearingBlock_edge_10_segment_14_interval_12_Silhouette.1"/>
            <p:cNvSpPr/>
            <p:nvPr/>
          </p:nvSpPr>
          <p:spPr>
            <a:xfrm flipV="1">
              <a:off x="8018551" y="3105681"/>
              <a:ext cx="1259" cy="5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8" name="View.ISO.Edge.BearingBlock_edge_10_segment_14_interval_13_Silhouette.1"/>
            <p:cNvSpPr/>
            <p:nvPr/>
          </p:nvSpPr>
          <p:spPr>
            <a:xfrm flipV="1">
              <a:off x="8019810" y="3105351"/>
              <a:ext cx="769" cy="3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9" name="View.ISO.Edge.BearingBlock_edge_10_segment_14_interval_14_Silhouette.1"/>
            <p:cNvSpPr/>
            <p:nvPr/>
          </p:nvSpPr>
          <p:spPr>
            <a:xfrm flipV="1">
              <a:off x="8020579" y="3105251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0" name="View.ISO.Edge.BearingBlock_edge_10_segment_15_interval_0_Silhouette.1"/>
            <p:cNvSpPr/>
            <p:nvPr/>
          </p:nvSpPr>
          <p:spPr>
            <a:xfrm flipV="1">
              <a:off x="8020813" y="3104713"/>
              <a:ext cx="1027" cy="5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1" name="View.ISO.Edge.BearingBlock_edge_10_segment_15_interval_1_Silhouette.1"/>
            <p:cNvSpPr/>
            <p:nvPr/>
          </p:nvSpPr>
          <p:spPr>
            <a:xfrm flipV="1">
              <a:off x="8021841" y="3104405"/>
              <a:ext cx="590" cy="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2" name="View.ISO.Edge.BearingBlock_edge_10_segment_15_interval_2_Silhouette.1"/>
            <p:cNvSpPr/>
            <p:nvPr/>
          </p:nvSpPr>
          <p:spPr>
            <a:xfrm flipV="1">
              <a:off x="8022430" y="3103705"/>
              <a:ext cx="1337" cy="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3" name="View.ISO.Edge.BearingBlock_edge_10_segment_15_interval_3_Silhouette.1"/>
            <p:cNvSpPr/>
            <p:nvPr/>
          </p:nvSpPr>
          <p:spPr>
            <a:xfrm flipV="1">
              <a:off x="8023767" y="3103448"/>
              <a:ext cx="491" cy="2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4" name="View.ISO.Edge.BearingBlock_edge_10_segment_15_interval_4_Silhouette.1"/>
            <p:cNvSpPr/>
            <p:nvPr/>
          </p:nvSpPr>
          <p:spPr>
            <a:xfrm flipV="1">
              <a:off x="8024258" y="3102697"/>
              <a:ext cx="1435" cy="7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5" name="View.ISO.Edge.BearingBlock_edge_10_segment_15_interval_5_Silhouette.1"/>
            <p:cNvSpPr/>
            <p:nvPr/>
          </p:nvSpPr>
          <p:spPr>
            <a:xfrm flipV="1">
              <a:off x="8025694" y="3102492"/>
              <a:ext cx="39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6" name="View.ISO.Edge.BearingBlock_edge_10_segment_15_interval_6_Silhouette.1"/>
            <p:cNvSpPr/>
            <p:nvPr/>
          </p:nvSpPr>
          <p:spPr>
            <a:xfrm flipV="1">
              <a:off x="8026087" y="3101689"/>
              <a:ext cx="1534" cy="8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7" name="View.ISO.Edge.BearingBlock_edge_10_segment_15_interval_7_Silhouette.1"/>
            <p:cNvSpPr/>
            <p:nvPr/>
          </p:nvSpPr>
          <p:spPr>
            <a:xfrm flipV="1">
              <a:off x="8027620" y="3101535"/>
              <a:ext cx="295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8" name="View.ISO.Edge.BearingBlock_edge_10_segment_15_interval_8_Silhouette.1"/>
            <p:cNvSpPr/>
            <p:nvPr/>
          </p:nvSpPr>
          <p:spPr>
            <a:xfrm flipV="1">
              <a:off x="8027915" y="3100681"/>
              <a:ext cx="1632" cy="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9" name="View.ISO.Edge.BearingBlock_edge_10_segment_15_interval_9_Silhouette.1"/>
            <p:cNvSpPr/>
            <p:nvPr/>
          </p:nvSpPr>
          <p:spPr>
            <a:xfrm flipV="1">
              <a:off x="8029547" y="3100578"/>
              <a:ext cx="19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0" name="View.ISO.Edge.BearingBlock_edge_10_segment_15_interval_10_Silhouette.1"/>
            <p:cNvSpPr/>
            <p:nvPr/>
          </p:nvSpPr>
          <p:spPr>
            <a:xfrm flipV="1">
              <a:off x="8029743" y="3099673"/>
              <a:ext cx="1730" cy="9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1" name="View.ISO.Edge.BearingBlock_edge_10_segment_15_interval_11_Silhouette.1"/>
            <p:cNvSpPr/>
            <p:nvPr/>
          </p:nvSpPr>
          <p:spPr>
            <a:xfrm flipV="1">
              <a:off x="8031473" y="3099621"/>
              <a:ext cx="98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2" name="View.ISO.Edge.BearingBlock_edge_10_segment_15_interval_12_Silhouette.1"/>
            <p:cNvSpPr/>
            <p:nvPr/>
          </p:nvSpPr>
          <p:spPr>
            <a:xfrm flipV="1">
              <a:off x="8031572" y="3098665"/>
              <a:ext cx="1828" cy="9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3" name="View.ISO.Edge.BearingBlock_edge_10_segment_16_interval_0_Silhouette.1"/>
            <p:cNvSpPr/>
            <p:nvPr/>
          </p:nvSpPr>
          <p:spPr>
            <a:xfrm flipV="1">
              <a:off x="8033400" y="3097855"/>
              <a:ext cx="1272" cy="8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4" name="View.ISO.Edge.BearingBlock_edge_10_segment_16_interval_1_Silhouette.1"/>
            <p:cNvSpPr/>
            <p:nvPr/>
          </p:nvSpPr>
          <p:spPr>
            <a:xfrm flipV="1">
              <a:off x="8034672" y="3097815"/>
              <a:ext cx="62" cy="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5" name="View.ISO.Edge.BearingBlock_edge_10_segment_16_interval_2_Silhouette.1"/>
            <p:cNvSpPr/>
            <p:nvPr/>
          </p:nvSpPr>
          <p:spPr>
            <a:xfrm flipV="1">
              <a:off x="8034733" y="3097045"/>
              <a:ext cx="1210" cy="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6" name="View.ISO.Edge.BearingBlock_edge_10_segment_16_interval_3_Silhouette.1"/>
            <p:cNvSpPr/>
            <p:nvPr/>
          </p:nvSpPr>
          <p:spPr>
            <a:xfrm flipV="1">
              <a:off x="8035943" y="3096966"/>
              <a:ext cx="123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7" name="View.ISO.Edge.BearingBlock_edge_10_segment_16_interval_4_Silhouette.1"/>
            <p:cNvSpPr/>
            <p:nvPr/>
          </p:nvSpPr>
          <p:spPr>
            <a:xfrm flipV="1">
              <a:off x="8036066" y="3096235"/>
              <a:ext cx="1148" cy="7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8" name="View.ISO.Edge.BearingBlock_edge_10_segment_16_interval_5_Silhouette.1"/>
            <p:cNvSpPr/>
            <p:nvPr/>
          </p:nvSpPr>
          <p:spPr>
            <a:xfrm flipV="1">
              <a:off x="8037215" y="3096117"/>
              <a:ext cx="185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9" name="View.ISO.Edge.BearingBlock_edge_10_segment_16_interval_6_Silhouette.1"/>
            <p:cNvSpPr/>
            <p:nvPr/>
          </p:nvSpPr>
          <p:spPr>
            <a:xfrm flipV="1">
              <a:off x="8037399" y="3095425"/>
              <a:ext cx="1087" cy="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0" name="View.ISO.Edge.BearingBlock_edge_10_segment_16_interval_7_Silhouette.1"/>
            <p:cNvSpPr/>
            <p:nvPr/>
          </p:nvSpPr>
          <p:spPr>
            <a:xfrm flipV="1">
              <a:off x="8038486" y="3095268"/>
              <a:ext cx="246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1" name="View.ISO.Edge.BearingBlock_edge_10_segment_16_interval_8_Silhouette.1"/>
            <p:cNvSpPr/>
            <p:nvPr/>
          </p:nvSpPr>
          <p:spPr>
            <a:xfrm flipV="1">
              <a:off x="8038733" y="3094615"/>
              <a:ext cx="1025" cy="6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2" name="View.ISO.Edge.BearingBlock_edge_10_segment_16_interval_9_Silhouette.1"/>
            <p:cNvSpPr/>
            <p:nvPr/>
          </p:nvSpPr>
          <p:spPr>
            <a:xfrm flipV="1">
              <a:off x="8039758" y="3094419"/>
              <a:ext cx="308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3" name="View.ISO.Edge.BearingBlock_edge_10_segment_16_interval_10_Silhouette.1"/>
            <p:cNvSpPr/>
            <p:nvPr/>
          </p:nvSpPr>
          <p:spPr>
            <a:xfrm flipV="1">
              <a:off x="8040066" y="3093805"/>
              <a:ext cx="963" cy="6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4" name="View.ISO.Edge.BearingBlock_edge_10_segment_16_interval_11_Silhouette.1"/>
            <p:cNvSpPr/>
            <p:nvPr/>
          </p:nvSpPr>
          <p:spPr>
            <a:xfrm flipV="1">
              <a:off x="8041029" y="3093569"/>
              <a:ext cx="370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5" name="View.ISO.Edge.BearingBlock_edge_10_segment_16_interval_12_Silhouette.1"/>
            <p:cNvSpPr/>
            <p:nvPr/>
          </p:nvSpPr>
          <p:spPr>
            <a:xfrm flipV="1">
              <a:off x="8041399" y="3092995"/>
              <a:ext cx="902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6" name="View.ISO.Edge.BearingBlock_edge_10_segment_16_interval_13_Silhouette.1"/>
            <p:cNvSpPr/>
            <p:nvPr/>
          </p:nvSpPr>
          <p:spPr>
            <a:xfrm flipV="1">
              <a:off x="8042301" y="3092720"/>
              <a:ext cx="431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7" name="View.ISO.Edge.BearingBlock_edge_10_segment_16_interval_14_Silhouette.1"/>
            <p:cNvSpPr/>
            <p:nvPr/>
          </p:nvSpPr>
          <p:spPr>
            <a:xfrm flipV="1">
              <a:off x="8042732" y="3092185"/>
              <a:ext cx="840" cy="5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8" name="View.ISO.Edge.BearingBlock_edge_10_segment_16_interval_15_Silhouette.1"/>
            <p:cNvSpPr/>
            <p:nvPr/>
          </p:nvSpPr>
          <p:spPr>
            <a:xfrm flipV="1">
              <a:off x="8043572" y="3091871"/>
              <a:ext cx="493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9" name="View.ISO.Edge.BearingBlock_edge_10_segment_16_interval_16_Silhouette.1"/>
            <p:cNvSpPr/>
            <p:nvPr/>
          </p:nvSpPr>
          <p:spPr>
            <a:xfrm flipV="1">
              <a:off x="8044065" y="3091398"/>
              <a:ext cx="743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0" name="View.ISO.Edge.BearingBlock_edge_10_segment_17_interval_0_Silhouette.1"/>
            <p:cNvSpPr/>
            <p:nvPr/>
          </p:nvSpPr>
          <p:spPr>
            <a:xfrm flipV="1">
              <a:off x="8044808" y="309137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1" name="View.ISO.Edge.BearingBlock_edge_10_segment_17_interval_1_Silhouette.1"/>
            <p:cNvSpPr/>
            <p:nvPr/>
          </p:nvSpPr>
          <p:spPr>
            <a:xfrm flipV="1">
              <a:off x="8044840" y="3090982"/>
              <a:ext cx="501" cy="3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2" name="View.ISO.Edge.BearingBlock_edge_10_segment_17_interval_2_Silhouette.1"/>
            <p:cNvSpPr/>
            <p:nvPr/>
          </p:nvSpPr>
          <p:spPr>
            <a:xfrm flipV="1">
              <a:off x="8045341" y="3090474"/>
              <a:ext cx="65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3" name="View.ISO.Edge.BearingBlock_edge_10_segment_17_interval_3_Silhouette.1"/>
            <p:cNvSpPr/>
            <p:nvPr/>
          </p:nvSpPr>
          <p:spPr>
            <a:xfrm flipV="1">
              <a:off x="8045994" y="3090045"/>
              <a:ext cx="551" cy="4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4" name="View.ISO.Edge.BearingBlock_edge_10_segment_17_interval_4_Silhouette.1"/>
            <p:cNvSpPr/>
            <p:nvPr/>
          </p:nvSpPr>
          <p:spPr>
            <a:xfrm flipV="1">
              <a:off x="8046546" y="3089576"/>
              <a:ext cx="603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5" name="View.ISO.Edge.BearingBlock_edge_10_segment_17_interval_5_Silhouette.1"/>
            <p:cNvSpPr/>
            <p:nvPr/>
          </p:nvSpPr>
          <p:spPr>
            <a:xfrm flipV="1">
              <a:off x="8047148" y="3089107"/>
              <a:ext cx="602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6" name="View.ISO.Edge.BearingBlock_edge_10_segment_17_interval_6_Silhouette.1"/>
            <p:cNvSpPr/>
            <p:nvPr/>
          </p:nvSpPr>
          <p:spPr>
            <a:xfrm flipV="1">
              <a:off x="8047751" y="3088677"/>
              <a:ext cx="552" cy="4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7" name="View.ISO.Edge.BearingBlock_edge_10_segment_17_interval_7_Silhouette.1"/>
            <p:cNvSpPr/>
            <p:nvPr/>
          </p:nvSpPr>
          <p:spPr>
            <a:xfrm flipV="1">
              <a:off x="8048303" y="3088169"/>
              <a:ext cx="65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8" name="View.ISO.Edge.BearingBlock_edge_10_segment_17_interval_8_Silhouette.1"/>
            <p:cNvSpPr/>
            <p:nvPr/>
          </p:nvSpPr>
          <p:spPr>
            <a:xfrm flipV="1">
              <a:off x="8048955" y="3087779"/>
              <a:ext cx="501" cy="3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9" name="View.ISO.Edge.BearingBlock_edge_10_segment_17_interval_9_Silhouette.1"/>
            <p:cNvSpPr/>
            <p:nvPr/>
          </p:nvSpPr>
          <p:spPr>
            <a:xfrm flipV="1">
              <a:off x="8049457" y="3087232"/>
              <a:ext cx="703" cy="5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0" name="View.ISO.Edge.BearingBlock_edge_10_segment_17_interval_10_Silhouette.1"/>
            <p:cNvSpPr/>
            <p:nvPr/>
          </p:nvSpPr>
          <p:spPr>
            <a:xfrm flipV="1">
              <a:off x="8050160" y="3086881"/>
              <a:ext cx="451" cy="3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1" name="View.ISO.Edge.BearingBlock_edge_10_segment_17_interval_11_Silhouette.1"/>
            <p:cNvSpPr/>
            <p:nvPr/>
          </p:nvSpPr>
          <p:spPr>
            <a:xfrm flipV="1">
              <a:off x="8050611" y="3086362"/>
              <a:ext cx="666" cy="5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2" name="View.ISO.Edge.BearingBlock_edge_10_segment_17_interval_12_Silhouette.1"/>
            <p:cNvSpPr/>
            <p:nvPr/>
          </p:nvSpPr>
          <p:spPr>
            <a:xfrm flipV="1">
              <a:off x="8051277" y="3086294"/>
              <a:ext cx="88" cy="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3" name="View.ISO.Edge.BearingBlock_edge_10_segment_17_interval_13_Silhouette.1"/>
            <p:cNvSpPr/>
            <p:nvPr/>
          </p:nvSpPr>
          <p:spPr>
            <a:xfrm flipV="1">
              <a:off x="8051364" y="3085982"/>
              <a:ext cx="400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4" name="View.ISO.Edge.BearingBlock_edge_10_segment_17_interval_14_Silhouette.1"/>
            <p:cNvSpPr/>
            <p:nvPr/>
          </p:nvSpPr>
          <p:spPr>
            <a:xfrm flipV="1">
              <a:off x="8051765" y="3085356"/>
              <a:ext cx="804" cy="6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5" name="View.ISO.Edge.BearingBlock_edge_10_segment_17_interval_15_Silhouette.1"/>
            <p:cNvSpPr/>
            <p:nvPr/>
          </p:nvSpPr>
          <p:spPr>
            <a:xfrm flipV="1">
              <a:off x="8052569" y="3085084"/>
              <a:ext cx="350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6" name="View.ISO.Edge.BearingBlock_edge_10_segment_17_interval_16_Silhouette.1"/>
            <p:cNvSpPr/>
            <p:nvPr/>
          </p:nvSpPr>
          <p:spPr>
            <a:xfrm flipV="1">
              <a:off x="8052919" y="3084418"/>
              <a:ext cx="855" cy="6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7" name="View.ISO.Edge.BearingBlock_edge_10_segment_17_interval_17_Silhouette.1"/>
            <p:cNvSpPr/>
            <p:nvPr/>
          </p:nvSpPr>
          <p:spPr>
            <a:xfrm flipV="1">
              <a:off x="8053773" y="3084185"/>
              <a:ext cx="299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8" name="View.ISO.Edge.BearingBlock_edge_10_segment_17_interval_18_Silhouette.1"/>
            <p:cNvSpPr/>
            <p:nvPr/>
          </p:nvSpPr>
          <p:spPr>
            <a:xfrm flipV="1">
              <a:off x="8054073" y="3083520"/>
              <a:ext cx="854" cy="6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9" name="View.ISO.Edge.BearingBlock_edge_10_segment_18_interval_0_Silhouette.1"/>
            <p:cNvSpPr/>
            <p:nvPr/>
          </p:nvSpPr>
          <p:spPr>
            <a:xfrm flipV="1">
              <a:off x="8054927" y="3083477"/>
              <a:ext cx="45" cy="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0" name="View.ISO.Edge.BearingBlock_edge_10_segment_18_interval_1_Silhouette.1"/>
            <p:cNvSpPr/>
            <p:nvPr/>
          </p:nvSpPr>
          <p:spPr>
            <a:xfrm flipV="1">
              <a:off x="8054972" y="3083263"/>
              <a:ext cx="222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1" name="View.ISO.Edge.BearingBlock_edge_10_segment_18_interval_2_Silhouette.1"/>
            <p:cNvSpPr/>
            <p:nvPr/>
          </p:nvSpPr>
          <p:spPr>
            <a:xfrm flipV="1">
              <a:off x="8055194" y="3082446"/>
              <a:ext cx="848" cy="8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2" name="View.ISO.Edge.BearingBlock_edge_10_segment_18_interval_3_Silhouette.1"/>
            <p:cNvSpPr/>
            <p:nvPr/>
          </p:nvSpPr>
          <p:spPr>
            <a:xfrm flipV="1">
              <a:off x="8056042" y="3082271"/>
              <a:ext cx="182" cy="1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3" name="View.ISO.Edge.BearingBlock_edge_10_segment_18_interval_4_Silhouette.1"/>
            <p:cNvSpPr/>
            <p:nvPr/>
          </p:nvSpPr>
          <p:spPr>
            <a:xfrm flipV="1">
              <a:off x="8056224" y="3081416"/>
              <a:ext cx="888" cy="8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4" name="View.ISO.Edge.BearingBlock_edge_10_segment_18_interval_5_Silhouette.1"/>
            <p:cNvSpPr/>
            <p:nvPr/>
          </p:nvSpPr>
          <p:spPr>
            <a:xfrm flipV="1">
              <a:off x="8057112" y="3081279"/>
              <a:ext cx="142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5" name="View.ISO.Edge.BearingBlock_edge_10_segment_18_interval_6_Silhouette.1"/>
            <p:cNvSpPr/>
            <p:nvPr/>
          </p:nvSpPr>
          <p:spPr>
            <a:xfrm flipV="1">
              <a:off x="8057254" y="3080385"/>
              <a:ext cx="928" cy="8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6" name="View.ISO.Edge.BearingBlock_edge_10_segment_18_interval_7_Silhouette.1"/>
            <p:cNvSpPr/>
            <p:nvPr/>
          </p:nvSpPr>
          <p:spPr>
            <a:xfrm flipV="1">
              <a:off x="8058182" y="3080287"/>
              <a:ext cx="102" cy="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7" name="View.ISO.Edge.BearingBlock_edge_10_segment_18_interval_8_Silhouette.1"/>
            <p:cNvSpPr/>
            <p:nvPr/>
          </p:nvSpPr>
          <p:spPr>
            <a:xfrm flipV="1">
              <a:off x="8058284" y="3079355"/>
              <a:ext cx="968" cy="9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8" name="View.ISO.Edge.BearingBlock_edge_10_segment_18_interval_9_Silhouette.1"/>
            <p:cNvSpPr/>
            <p:nvPr/>
          </p:nvSpPr>
          <p:spPr>
            <a:xfrm flipV="1">
              <a:off x="8059251" y="3079295"/>
              <a:ext cx="62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9" name="View.ISO.Edge.BearingBlock_edge_10_segment_18_interval_10_Silhouette.1"/>
            <p:cNvSpPr/>
            <p:nvPr/>
          </p:nvSpPr>
          <p:spPr>
            <a:xfrm flipV="1">
              <a:off x="8059313" y="3078709"/>
              <a:ext cx="608" cy="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0" name="View.ISO.Edge.BearingBlock_edge_10_segment_18_interval_11_Silhouette.1"/>
            <p:cNvSpPr/>
            <p:nvPr/>
          </p:nvSpPr>
          <p:spPr>
            <a:xfrm flipV="1">
              <a:off x="8059922" y="3078324"/>
              <a:ext cx="400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1" name="View.ISO.Edge.BearingBlock_edge_10_segment_18_interval_12_Silhouette.1"/>
            <p:cNvSpPr/>
            <p:nvPr/>
          </p:nvSpPr>
          <p:spPr>
            <a:xfrm flipV="1">
              <a:off x="8060321" y="30783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2" name="View.ISO.Edge.BearingBlock_edge_10_segment_18_interval_13_Silhouette.1"/>
            <p:cNvSpPr/>
            <p:nvPr/>
          </p:nvSpPr>
          <p:spPr>
            <a:xfrm flipV="1">
              <a:off x="8060343" y="3077758"/>
              <a:ext cx="566" cy="5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3" name="View.ISO.Edge.BearingBlock_edge_10_segment_18_interval_14_Silhouette.1"/>
            <p:cNvSpPr/>
            <p:nvPr/>
          </p:nvSpPr>
          <p:spPr>
            <a:xfrm flipV="1">
              <a:off x="8060909" y="3077433"/>
              <a:ext cx="338" cy="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4" name="View.ISO.Edge.BearingBlock_edge_10_segment_18_interval_15_Silhouette.1"/>
            <p:cNvSpPr/>
            <p:nvPr/>
          </p:nvSpPr>
          <p:spPr>
            <a:xfrm flipV="1">
              <a:off x="8061247" y="307741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5" name="View.ISO.Edge.BearingBlock_edge_10_segment_18_interval_16_Silhouette.1"/>
            <p:cNvSpPr/>
            <p:nvPr/>
          </p:nvSpPr>
          <p:spPr>
            <a:xfrm flipV="1">
              <a:off x="8061262" y="3077293"/>
              <a:ext cx="130" cy="1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6" name="View.ISO.Edge.BearingBlock_edge_10_segment_18_interval_17_Silhouette.1"/>
            <p:cNvSpPr/>
            <p:nvPr/>
          </p:nvSpPr>
          <p:spPr>
            <a:xfrm flipV="1">
              <a:off x="8061392" y="3077148"/>
              <a:ext cx="150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7" name="View.ISO.Edge.BearingBlock_edge_10_segment_18_interval_18_Silhouette.1"/>
            <p:cNvSpPr/>
            <p:nvPr/>
          </p:nvSpPr>
          <p:spPr>
            <a:xfrm flipV="1">
              <a:off x="8061542" y="3076711"/>
              <a:ext cx="454" cy="4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8" name="View.ISO.Edge.BearingBlock_edge_10_segment_18_interval_19_Silhouette.1"/>
            <p:cNvSpPr/>
            <p:nvPr/>
          </p:nvSpPr>
          <p:spPr>
            <a:xfrm flipV="1">
              <a:off x="8061996" y="3076664"/>
              <a:ext cx="49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9" name="View.ISO.Edge.BearingBlock_edge_10_segment_18_interval_20_Silhouette.1"/>
            <p:cNvSpPr/>
            <p:nvPr/>
          </p:nvSpPr>
          <p:spPr>
            <a:xfrm flipV="1">
              <a:off x="8062045" y="3075989"/>
              <a:ext cx="700" cy="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0" name="View.ISO.Edge.BearingBlock_edge_10_segment_18_interval_21_Silhouette.1"/>
            <p:cNvSpPr/>
            <p:nvPr/>
          </p:nvSpPr>
          <p:spPr>
            <a:xfrm flipV="1">
              <a:off x="8062746" y="3075909"/>
              <a:ext cx="83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1" name="View.ISO.Edge.BearingBlock_edge_10_segment_18_interval_22_Silhouette.1"/>
            <p:cNvSpPr/>
            <p:nvPr/>
          </p:nvSpPr>
          <p:spPr>
            <a:xfrm flipV="1">
              <a:off x="8062829" y="3075267"/>
              <a:ext cx="666" cy="6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2" name="View.ISO.Edge.BearingBlock_edge_10_segment_18_interval_23_Silhouette.1"/>
            <p:cNvSpPr/>
            <p:nvPr/>
          </p:nvSpPr>
          <p:spPr>
            <a:xfrm flipV="1">
              <a:off x="8063495" y="3075154"/>
              <a:ext cx="117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3" name="View.ISO.Edge.BearingBlock_edge_10_segment_18_interval_24_Silhouette.1"/>
            <p:cNvSpPr/>
            <p:nvPr/>
          </p:nvSpPr>
          <p:spPr>
            <a:xfrm flipV="1">
              <a:off x="8063612" y="3075108"/>
              <a:ext cx="48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4" name="View.ISO.Edge.BearingBlock_edge_10_segment_19_interval_0_Silhouette.1"/>
            <p:cNvSpPr/>
            <p:nvPr/>
          </p:nvSpPr>
          <p:spPr>
            <a:xfrm flipV="1">
              <a:off x="8063660" y="3074465"/>
              <a:ext cx="527" cy="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5" name="View.ISO.Edge.BearingBlock_edge_10_segment_19_interval_1_Silhouette.1"/>
            <p:cNvSpPr/>
            <p:nvPr/>
          </p:nvSpPr>
          <p:spPr>
            <a:xfrm flipV="1">
              <a:off x="8064187" y="3074302"/>
              <a:ext cx="133" cy="1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6" name="View.ISO.Edge.BearingBlock_edge_10_segment_19_interval_2_Silhouette.1"/>
            <p:cNvSpPr/>
            <p:nvPr/>
          </p:nvSpPr>
          <p:spPr>
            <a:xfrm flipV="1">
              <a:off x="8064320" y="3073640"/>
              <a:ext cx="542" cy="6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7" name="View.ISO.Edge.BearingBlock_edge_10_segment_19_interval_3_Silhouette.1"/>
            <p:cNvSpPr/>
            <p:nvPr/>
          </p:nvSpPr>
          <p:spPr>
            <a:xfrm flipV="1">
              <a:off x="8064863" y="3073444"/>
              <a:ext cx="161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8" name="View.ISO.Edge.BearingBlock_edge_10_segment_19_interval_4_Silhouette.1"/>
            <p:cNvSpPr/>
            <p:nvPr/>
          </p:nvSpPr>
          <p:spPr>
            <a:xfrm flipV="1">
              <a:off x="8065024" y="3072815"/>
              <a:ext cx="515" cy="6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9" name="View.ISO.Edge.BearingBlock_edge_10_segment_19_interval_5_Silhouette.1"/>
            <p:cNvSpPr/>
            <p:nvPr/>
          </p:nvSpPr>
          <p:spPr>
            <a:xfrm flipV="1">
              <a:off x="8065539" y="3072585"/>
              <a:ext cx="188" cy="2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0" name="View.ISO.Edge.BearingBlock_edge_10_segment_19_interval_6_Silhouette.1"/>
            <p:cNvSpPr/>
            <p:nvPr/>
          </p:nvSpPr>
          <p:spPr>
            <a:xfrm flipV="1">
              <a:off x="8065727" y="3071990"/>
              <a:ext cx="487" cy="5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1" name="View.ISO.Edge.BearingBlock_edge_10_segment_19_interval_7_Silhouette.1"/>
            <p:cNvSpPr/>
            <p:nvPr/>
          </p:nvSpPr>
          <p:spPr>
            <a:xfrm flipV="1">
              <a:off x="8066214" y="3071727"/>
              <a:ext cx="216" cy="2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2" name="View.ISO.Edge.BearingBlock_edge_10_segment_19_interval_8_Silhouette.1"/>
            <p:cNvSpPr/>
            <p:nvPr/>
          </p:nvSpPr>
          <p:spPr>
            <a:xfrm flipV="1">
              <a:off x="8066430" y="3071166"/>
              <a:ext cx="460" cy="5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3" name="View.ISO.Edge.BearingBlock_edge_10_segment_19_interval_9_Silhouette.1"/>
            <p:cNvSpPr/>
            <p:nvPr/>
          </p:nvSpPr>
          <p:spPr>
            <a:xfrm flipV="1">
              <a:off x="8066890" y="3070869"/>
              <a:ext cx="243" cy="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4" name="View.ISO.Edge.BearingBlock_edge_10_segment_19_interval_10_Silhouette.1"/>
            <p:cNvSpPr/>
            <p:nvPr/>
          </p:nvSpPr>
          <p:spPr>
            <a:xfrm flipV="1">
              <a:off x="8067133" y="3070341"/>
              <a:ext cx="432" cy="5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5" name="View.ISO.Edge.BearingBlock_edge_10_segment_19_interval_11_Silhouette.1"/>
            <p:cNvSpPr/>
            <p:nvPr/>
          </p:nvSpPr>
          <p:spPr>
            <a:xfrm flipV="1">
              <a:off x="8067566" y="3070010"/>
              <a:ext cx="271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6" name="View.ISO.Edge.BearingBlock_edge_10_segment_19_interval_12_Silhouette.1"/>
            <p:cNvSpPr/>
            <p:nvPr/>
          </p:nvSpPr>
          <p:spPr>
            <a:xfrm flipV="1">
              <a:off x="8067836" y="3069538"/>
              <a:ext cx="387" cy="4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7" name="View.ISO.Edge.BearingBlock_edge_10_segment_19_interval_13_Silhouette.1"/>
            <p:cNvSpPr/>
            <p:nvPr/>
          </p:nvSpPr>
          <p:spPr>
            <a:xfrm flipV="1">
              <a:off x="8068223" y="30695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8" name="View.ISO.Edge.BearingBlock_edge_10_segment_19_interval_14_Silhouette.1"/>
            <p:cNvSpPr/>
            <p:nvPr/>
          </p:nvSpPr>
          <p:spPr>
            <a:xfrm flipV="1">
              <a:off x="8068241" y="3069152"/>
              <a:ext cx="298" cy="3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9" name="View.ISO.Edge.BearingBlock_edge_10_segment_19_interval_15_Silhouette.1"/>
            <p:cNvSpPr/>
            <p:nvPr/>
          </p:nvSpPr>
          <p:spPr>
            <a:xfrm flipV="1">
              <a:off x="8068540" y="3068691"/>
              <a:ext cx="378" cy="4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0" name="View.ISO.Edge.BearingBlock_edge_10_segment_19_interval_16_Silhouette.1"/>
            <p:cNvSpPr/>
            <p:nvPr/>
          </p:nvSpPr>
          <p:spPr>
            <a:xfrm flipV="1">
              <a:off x="8068917" y="3068293"/>
              <a:ext cx="32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1" name="View.ISO.Edge.BearingBlock_edge_10_segment_19_interval_17_Silhouette.1"/>
            <p:cNvSpPr/>
            <p:nvPr/>
          </p:nvSpPr>
          <p:spPr>
            <a:xfrm flipV="1">
              <a:off x="8069243" y="3067866"/>
              <a:ext cx="350" cy="4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2" name="View.ISO.Edge.BearingBlock_edge_10_segment_19_interval_18_Silhouette.1"/>
            <p:cNvSpPr/>
            <p:nvPr/>
          </p:nvSpPr>
          <p:spPr>
            <a:xfrm flipV="1">
              <a:off x="8069593" y="3067435"/>
              <a:ext cx="353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3" name="View.ISO.Edge.BearingBlock_edge_10_segment_19_interval_19_Silhouette.1"/>
            <p:cNvSpPr/>
            <p:nvPr/>
          </p:nvSpPr>
          <p:spPr>
            <a:xfrm flipV="1">
              <a:off x="8069946" y="3067041"/>
              <a:ext cx="323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4" name="View.ISO.Edge.BearingBlock_edge_10_segment_19_interval_20_Silhouette.1"/>
            <p:cNvSpPr/>
            <p:nvPr/>
          </p:nvSpPr>
          <p:spPr>
            <a:xfrm flipV="1">
              <a:off x="8070269" y="3066577"/>
              <a:ext cx="381" cy="4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5" name="View.ISO.Edge.BearingBlock_edge_10_segment_19_interval_21_Silhouette.1"/>
            <p:cNvSpPr/>
            <p:nvPr/>
          </p:nvSpPr>
          <p:spPr>
            <a:xfrm flipV="1">
              <a:off x="8070649" y="3066242"/>
              <a:ext cx="274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6" name="View.ISO.Edge.BearingBlock_edge_10_segment_20_interval_0_Silhouette.1"/>
            <p:cNvSpPr/>
            <p:nvPr/>
          </p:nvSpPr>
          <p:spPr>
            <a:xfrm flipV="1">
              <a:off x="8070923" y="30662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7" name="View.ISO.Edge.BearingBlock_edge_10_segment_20_interval_1_Silhouette.1"/>
            <p:cNvSpPr/>
            <p:nvPr/>
          </p:nvSpPr>
          <p:spPr>
            <a:xfrm flipV="1">
              <a:off x="8070942" y="3065643"/>
              <a:ext cx="353" cy="5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8" name="View.ISO.Edge.BearingBlock_edge_10_segment_20_interval_2_Silhouette.1"/>
            <p:cNvSpPr/>
            <p:nvPr/>
          </p:nvSpPr>
          <p:spPr>
            <a:xfrm flipV="1">
              <a:off x="8071294" y="3065265"/>
              <a:ext cx="235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9" name="View.ISO.Edge.BearingBlock_edge_10_segment_20_interval_3_Silhouette.1"/>
            <p:cNvSpPr/>
            <p:nvPr/>
          </p:nvSpPr>
          <p:spPr>
            <a:xfrm flipV="1">
              <a:off x="8071529" y="3064662"/>
              <a:ext cx="373" cy="6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0" name="View.ISO.Edge.BearingBlock_edge_10_segment_20_interval_4_Silhouette.1"/>
            <p:cNvSpPr/>
            <p:nvPr/>
          </p:nvSpPr>
          <p:spPr>
            <a:xfrm flipV="1">
              <a:off x="8071902" y="3064317"/>
              <a:ext cx="214" cy="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1" name="View.ISO.Edge.BearingBlock_edge_10_segment_20_interval_5_Silhouette.1"/>
            <p:cNvSpPr/>
            <p:nvPr/>
          </p:nvSpPr>
          <p:spPr>
            <a:xfrm flipV="1">
              <a:off x="8072116" y="3063681"/>
              <a:ext cx="394" cy="6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2" name="View.ISO.Edge.BearingBlock_edge_10_segment_20_interval_6_Silhouette.1"/>
            <p:cNvSpPr/>
            <p:nvPr/>
          </p:nvSpPr>
          <p:spPr>
            <a:xfrm flipV="1">
              <a:off x="8072511" y="3063369"/>
              <a:ext cx="193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3" name="View.ISO.Edge.BearingBlock_edge_10_segment_20_interval_7_Silhouette.1"/>
            <p:cNvSpPr/>
            <p:nvPr/>
          </p:nvSpPr>
          <p:spPr>
            <a:xfrm flipV="1">
              <a:off x="8072704" y="3062809"/>
              <a:ext cx="347" cy="5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4" name="View.ISO.Edge.BearingBlock_edge_10_segment_20_interval_8_Silhouette.1"/>
            <p:cNvSpPr/>
            <p:nvPr/>
          </p:nvSpPr>
          <p:spPr>
            <a:xfrm flipV="1">
              <a:off x="8073051" y="3062700"/>
              <a:ext cx="68" cy="1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5" name="View.ISO.Edge.BearingBlock_edge_10_segment_20_interval_9_Silhouette.1"/>
            <p:cNvSpPr/>
            <p:nvPr/>
          </p:nvSpPr>
          <p:spPr>
            <a:xfrm flipV="1">
              <a:off x="8073119" y="3062421"/>
              <a:ext cx="17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6" name="View.ISO.Edge.BearingBlock_edge_10_segment_20_interval_10_Silhouette.1"/>
            <p:cNvSpPr/>
            <p:nvPr/>
          </p:nvSpPr>
          <p:spPr>
            <a:xfrm flipV="1">
              <a:off x="8073291" y="3061718"/>
              <a:ext cx="435" cy="7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7" name="View.ISO.Edge.BearingBlock_edge_10_segment_20_interval_11_Silhouette.1"/>
            <p:cNvSpPr/>
            <p:nvPr/>
          </p:nvSpPr>
          <p:spPr>
            <a:xfrm flipV="1">
              <a:off x="8073727" y="3061473"/>
              <a:ext cx="152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8" name="View.ISO.Edge.BearingBlock_edge_10_segment_20_interval_12_Silhouette.1"/>
            <p:cNvSpPr/>
            <p:nvPr/>
          </p:nvSpPr>
          <p:spPr>
            <a:xfrm flipV="1">
              <a:off x="8073879" y="3060737"/>
              <a:ext cx="456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9" name="View.ISO.Edge.BearingBlock_edge_10_segment_20_interval_13_Silhouette.1"/>
            <p:cNvSpPr/>
            <p:nvPr/>
          </p:nvSpPr>
          <p:spPr>
            <a:xfrm flipV="1">
              <a:off x="8074335" y="3060525"/>
              <a:ext cx="131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0" name="View.ISO.Edge.BearingBlock_edge_10_segment_20_interval_14_Silhouette.1"/>
            <p:cNvSpPr/>
            <p:nvPr/>
          </p:nvSpPr>
          <p:spPr>
            <a:xfrm flipV="1">
              <a:off x="8074466" y="3060171"/>
              <a:ext cx="219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1" name="View.ISO.Edge.BearingBlock_edge_10_segment_20_interval_15_Silhouette.1"/>
            <p:cNvSpPr/>
            <p:nvPr/>
          </p:nvSpPr>
          <p:spPr>
            <a:xfrm flipV="1">
              <a:off x="8074686" y="3059756"/>
              <a:ext cx="25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2" name="View.ISO.Edge.BearingBlock_edge_10_segment_20_interval_16_Silhouette.1"/>
            <p:cNvSpPr/>
            <p:nvPr/>
          </p:nvSpPr>
          <p:spPr>
            <a:xfrm flipV="1">
              <a:off x="8074943" y="3059577"/>
              <a:ext cx="11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3" name="View.ISO.Edge.BearingBlock_edge_10_segment_20_interval_17_Silhouette.1"/>
            <p:cNvSpPr/>
            <p:nvPr/>
          </p:nvSpPr>
          <p:spPr>
            <a:xfrm flipV="1">
              <a:off x="8075054" y="3058775"/>
              <a:ext cx="497" cy="8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4" name="View.ISO.Edge.BearingBlock_edge_10_segment_20_interval_18_Silhouette.1"/>
            <p:cNvSpPr/>
            <p:nvPr/>
          </p:nvSpPr>
          <p:spPr>
            <a:xfrm flipV="1">
              <a:off x="8075551" y="3058630"/>
              <a:ext cx="90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5" name="View.ISO.Edge.BearingBlock_edge_10_segment_20_interval_19_Silhouette.1"/>
            <p:cNvSpPr/>
            <p:nvPr/>
          </p:nvSpPr>
          <p:spPr>
            <a:xfrm flipV="1">
              <a:off x="8075641" y="3057794"/>
              <a:ext cx="518" cy="8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6" name="View.ISO.Edge.BearingBlock_edge_10_segment_20_interval_20_Silhouette.1"/>
            <p:cNvSpPr/>
            <p:nvPr/>
          </p:nvSpPr>
          <p:spPr>
            <a:xfrm flipV="1">
              <a:off x="8076159" y="3057682"/>
              <a:ext cx="69" cy="1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7" name="View.ISO.Edge.BearingBlock_edge_10_segment_20_interval_21_Silhouette.1"/>
            <p:cNvSpPr/>
            <p:nvPr/>
          </p:nvSpPr>
          <p:spPr>
            <a:xfrm flipV="1">
              <a:off x="8076229" y="3057008"/>
              <a:ext cx="418" cy="6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8" name="View.ISO.Edge.BearingBlock_edge_10_segment_21_interval_0_Silhouette.1"/>
            <p:cNvSpPr/>
            <p:nvPr/>
          </p:nvSpPr>
          <p:spPr>
            <a:xfrm flipV="1">
              <a:off x="8076646" y="3056782"/>
              <a:ext cx="98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9" name="View.ISO.Edge.BearingBlock_edge_10_segment_21_interval_1_Silhouette.1"/>
            <p:cNvSpPr/>
            <p:nvPr/>
          </p:nvSpPr>
          <p:spPr>
            <a:xfrm flipV="1">
              <a:off x="8076744" y="3056689"/>
              <a:ext cx="40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0" name="View.ISO.Edge.BearingBlock_edge_10_segment_21_interval_2_Silhouette.1"/>
            <p:cNvSpPr/>
            <p:nvPr/>
          </p:nvSpPr>
          <p:spPr>
            <a:xfrm flipV="1">
              <a:off x="8076784" y="3055650"/>
              <a:ext cx="451" cy="10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1" name="View.ISO.Edge.BearingBlock_edge_10_segment_21_interval_3_Silhouette.1"/>
            <p:cNvSpPr/>
            <p:nvPr/>
          </p:nvSpPr>
          <p:spPr>
            <a:xfrm flipV="1">
              <a:off x="8077235" y="3055589"/>
              <a:ext cx="36" cy="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2" name="View.ISO.Edge.BearingBlock_edge_10_segment_21_interval_4_Silhouette.1"/>
            <p:cNvSpPr/>
            <p:nvPr/>
          </p:nvSpPr>
          <p:spPr>
            <a:xfrm flipV="1">
              <a:off x="8077262" y="3054537"/>
              <a:ext cx="456" cy="10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3" name="View.ISO.Edge.BearingBlock_edge_10_segment_21_interval_5_Silhouette.1"/>
            <p:cNvSpPr/>
            <p:nvPr/>
          </p:nvSpPr>
          <p:spPr>
            <a:xfrm flipV="1">
              <a:off x="8077718" y="305451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4" name="View.ISO.Edge.BearingBlock_edge_10_segment_21_interval_6_Silhouette.1"/>
            <p:cNvSpPr/>
            <p:nvPr/>
          </p:nvSpPr>
          <p:spPr>
            <a:xfrm flipV="1">
              <a:off x="8077726" y="30544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5" name="View.ISO.Edge.BearingBlock_edge_10_segment_21_interval_7_Silhouette.1"/>
            <p:cNvSpPr/>
            <p:nvPr/>
          </p:nvSpPr>
          <p:spPr>
            <a:xfrm flipV="1">
              <a:off x="8077740" y="3053423"/>
              <a:ext cx="462" cy="10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6" name="View.ISO.Edge.BearingBlock_edge_10_segment_21_interval_8_Silhouette.1"/>
            <p:cNvSpPr/>
            <p:nvPr/>
          </p:nvSpPr>
          <p:spPr>
            <a:xfrm flipV="1">
              <a:off x="8078202" y="3053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7" name="View.ISO.Edge.BearingBlock_edge_10_segment_21_interval_9_Silhouette.1"/>
            <p:cNvSpPr/>
            <p:nvPr/>
          </p:nvSpPr>
          <p:spPr>
            <a:xfrm flipV="1">
              <a:off x="8078210" y="30534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8" name="View.ISO.Edge.BearingBlock_edge_10_segment_21_interval_10_Silhouette.1"/>
            <p:cNvSpPr/>
            <p:nvPr/>
          </p:nvSpPr>
          <p:spPr>
            <a:xfrm flipV="1">
              <a:off x="8078211" y="3052935"/>
              <a:ext cx="203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9" name="View.ISO.Edge.BearingBlock_edge_10_segment_21_interval_11_Silhouette.1"/>
            <p:cNvSpPr/>
            <p:nvPr/>
          </p:nvSpPr>
          <p:spPr>
            <a:xfrm flipV="1">
              <a:off x="8078413" y="3052853"/>
              <a:ext cx="36" cy="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0" name="View.ISO.Edge.BearingBlock_edge_10_segment_21_interval_12_Silhouette.1"/>
            <p:cNvSpPr/>
            <p:nvPr/>
          </p:nvSpPr>
          <p:spPr>
            <a:xfrm flipV="1">
              <a:off x="8078449" y="305283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1" name="View.ISO.Edge.BearingBlock_edge_10_segment_21_interval_13_Silhouette.1"/>
            <p:cNvSpPr/>
            <p:nvPr/>
          </p:nvSpPr>
          <p:spPr>
            <a:xfrm flipV="1">
              <a:off x="8078458" y="3052794"/>
              <a:ext cx="36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2" name="View.ISO.Edge.BearingBlock_edge_10_segment_21_interval_14_Silhouette.1"/>
            <p:cNvSpPr/>
            <p:nvPr/>
          </p:nvSpPr>
          <p:spPr>
            <a:xfrm flipV="1">
              <a:off x="8078474" y="305276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3" name="View.ISO.Edge.BearingBlock_edge_10_segment_21_interval_15_Silhouette.1"/>
            <p:cNvSpPr/>
            <p:nvPr/>
          </p:nvSpPr>
          <p:spPr>
            <a:xfrm flipV="1">
              <a:off x="8078487" y="3052186"/>
              <a:ext cx="251" cy="5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4" name="View.ISO.Edge.BearingBlock_edge_10_segment_21_interval_16_Silhouette.1"/>
            <p:cNvSpPr/>
            <p:nvPr/>
          </p:nvSpPr>
          <p:spPr>
            <a:xfrm flipV="1">
              <a:off x="8078738" y="3052128"/>
              <a:ext cx="36" cy="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5" name="View.ISO.Edge.BearingBlock_edge_10_segment_21_interval_17_Silhouette.1"/>
            <p:cNvSpPr/>
            <p:nvPr/>
          </p:nvSpPr>
          <p:spPr>
            <a:xfrm flipV="1">
              <a:off x="8078763" y="3051577"/>
              <a:ext cx="239" cy="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6" name="View.ISO.Edge.BearingBlock_edge_10_segment_21_interval_18_Silhouette.1"/>
            <p:cNvSpPr/>
            <p:nvPr/>
          </p:nvSpPr>
          <p:spPr>
            <a:xfrm flipV="1">
              <a:off x="8079002" y="3051490"/>
              <a:ext cx="38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7" name="View.ISO.Edge.BearingBlock_edge_10_segment_21_interval_19_Silhouette.1"/>
            <p:cNvSpPr/>
            <p:nvPr/>
          </p:nvSpPr>
          <p:spPr>
            <a:xfrm flipV="1">
              <a:off x="8079040" y="3050978"/>
              <a:ext cx="222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8" name="View.ISO.Edge.BearingBlock_edge_10_segment_21_interval_20_Silhouette.1"/>
            <p:cNvSpPr/>
            <p:nvPr/>
          </p:nvSpPr>
          <p:spPr>
            <a:xfrm flipV="1">
              <a:off x="8079262" y="305096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9" name="View.ISO.Edge.BearingBlock_edge_10_segment_21_interval_21_Silhouette.1"/>
            <p:cNvSpPr/>
            <p:nvPr/>
          </p:nvSpPr>
          <p:spPr>
            <a:xfrm flipV="1">
              <a:off x="8079266" y="3050853"/>
              <a:ext cx="50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0" name="View.ISO.Edge.BearingBlock_edge_10_segment_21_interval_22_Silhouette.1"/>
            <p:cNvSpPr/>
            <p:nvPr/>
          </p:nvSpPr>
          <p:spPr>
            <a:xfrm flipV="1">
              <a:off x="8079316" y="3050566"/>
              <a:ext cx="124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1" name="View.ISO.Edge.BearingBlock_edge_10_segment_21_interval_23_Silhouette.1"/>
            <p:cNvSpPr/>
            <p:nvPr/>
          </p:nvSpPr>
          <p:spPr>
            <a:xfrm flipV="1">
              <a:off x="8079441" y="3050360"/>
              <a:ext cx="90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2" name="View.ISO.Edge.BearingBlock_edge_10_segment_21_interval_24_Silhouette.1"/>
            <p:cNvSpPr/>
            <p:nvPr/>
          </p:nvSpPr>
          <p:spPr>
            <a:xfrm flipV="1">
              <a:off x="8079530" y="3050216"/>
              <a:ext cx="62" cy="1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3" name="View.ISO.Edge.BearingBlock_edge_10_segment_21_interval_25_Silhouette.1"/>
            <p:cNvSpPr/>
            <p:nvPr/>
          </p:nvSpPr>
          <p:spPr>
            <a:xfrm flipV="1">
              <a:off x="8079593" y="3049751"/>
              <a:ext cx="202" cy="4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4" name="View.ISO.Edge.BearingBlock_edge_10_segment_21_interval_26_Silhouette.1"/>
            <p:cNvSpPr/>
            <p:nvPr/>
          </p:nvSpPr>
          <p:spPr>
            <a:xfrm flipV="1">
              <a:off x="8079795" y="3049579"/>
              <a:ext cx="75" cy="1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5" name="View.ISO.Edge.BearingBlock_edge_10_segment_21_interval_27_Silhouette.1"/>
            <p:cNvSpPr/>
            <p:nvPr/>
          </p:nvSpPr>
          <p:spPr>
            <a:xfrm flipV="1">
              <a:off x="8079869" y="3049142"/>
              <a:ext cx="189" cy="4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6" name="View.ISO.Edge.BearingBlock_edge_10_segment_21_interval_28_Silhouette.1"/>
            <p:cNvSpPr/>
            <p:nvPr/>
          </p:nvSpPr>
          <p:spPr>
            <a:xfrm flipV="1">
              <a:off x="8080059" y="3049020"/>
              <a:ext cx="53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7" name="View.ISO.Edge.BearingBlock_edge_10_segment_21_interval_29_Silhouette.1"/>
            <p:cNvSpPr/>
            <p:nvPr/>
          </p:nvSpPr>
          <p:spPr>
            <a:xfrm flipV="1">
              <a:off x="8080112" y="3048942"/>
              <a:ext cx="36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8" name="View.ISO.Edge.BearingBlock_edge_10_segment_21_interval_30_Silhouette.1"/>
            <p:cNvSpPr/>
            <p:nvPr/>
          </p:nvSpPr>
          <p:spPr>
            <a:xfrm flipV="1">
              <a:off x="8080146" y="3048534"/>
              <a:ext cx="177" cy="4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9" name="View.ISO.Edge.BearingBlock_edge_10_segment_21_interval_31_Silhouette.1"/>
            <p:cNvSpPr/>
            <p:nvPr/>
          </p:nvSpPr>
          <p:spPr>
            <a:xfrm flipV="1">
              <a:off x="8080323" y="3048304"/>
              <a:ext cx="99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0" name="View.ISO.Edge.BearingBlock_edge_10_segment_21_interval_32_Silhouette.1"/>
            <p:cNvSpPr/>
            <p:nvPr/>
          </p:nvSpPr>
          <p:spPr>
            <a:xfrm flipV="1">
              <a:off x="8080422" y="304828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1" name="View.ISO.Edge.BearingBlock_edge_10_segment_21_interval_33_Silhouette.1"/>
            <p:cNvSpPr/>
            <p:nvPr/>
          </p:nvSpPr>
          <p:spPr>
            <a:xfrm flipV="1">
              <a:off x="8080433" y="3047925"/>
              <a:ext cx="154" cy="3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2" name="View.ISO.Edge.BearingBlock_edge_10_segment_21_interval_34_Silhouette.1"/>
            <p:cNvSpPr/>
            <p:nvPr/>
          </p:nvSpPr>
          <p:spPr>
            <a:xfrm flipV="1">
              <a:off x="8080587" y="3047667"/>
              <a:ext cx="112" cy="2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3" name="View.ISO.Edge.BearingBlock_edge_10_segment_21_interval_35_Silhouette.1"/>
            <p:cNvSpPr/>
            <p:nvPr/>
          </p:nvSpPr>
          <p:spPr>
            <a:xfrm flipV="1">
              <a:off x="8080699" y="3047494"/>
              <a:ext cx="75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4" name="View.ISO.Edge.BearingBlock_edge_10_segment_22_interval_0_Silhouette.1"/>
            <p:cNvSpPr/>
            <p:nvPr/>
          </p:nvSpPr>
          <p:spPr>
            <a:xfrm flipV="1">
              <a:off x="8080774" y="3047251"/>
              <a:ext cx="62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5" name="View.ISO.Edge.BearingBlock_edge_10_segment_22_interval_1_Silhouette.1"/>
            <p:cNvSpPr/>
            <p:nvPr/>
          </p:nvSpPr>
          <p:spPr>
            <a:xfrm flipV="1">
              <a:off x="8080836" y="3046866"/>
              <a:ext cx="99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6" name="View.ISO.Edge.BearingBlock_edge_10_segment_22_interval_2_Silhouette.1"/>
            <p:cNvSpPr/>
            <p:nvPr/>
          </p:nvSpPr>
          <p:spPr>
            <a:xfrm flipV="1">
              <a:off x="8080935" y="3046421"/>
              <a:ext cx="115" cy="4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7" name="View.ISO.Edge.BearingBlock_edge_10_segment_22_interval_3_Silhouette.1"/>
            <p:cNvSpPr/>
            <p:nvPr/>
          </p:nvSpPr>
          <p:spPr>
            <a:xfrm flipV="1">
              <a:off x="8081049" y="3046005"/>
              <a:ext cx="107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8" name="View.ISO.Edge.BearingBlock_edge_10_segment_22_interval_4_Silhouette.1"/>
            <p:cNvSpPr/>
            <p:nvPr/>
          </p:nvSpPr>
          <p:spPr>
            <a:xfrm flipV="1">
              <a:off x="8081156" y="3045590"/>
              <a:ext cx="10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9" name="View.ISO.Edge.BearingBlock_edge_10_segment_22_interval_5_Silhouette.1"/>
            <p:cNvSpPr/>
            <p:nvPr/>
          </p:nvSpPr>
          <p:spPr>
            <a:xfrm flipV="1">
              <a:off x="8081263" y="3045143"/>
              <a:ext cx="115" cy="4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0" name="View.ISO.Edge.BearingBlock_edge_10_segment_22_interval_6_Silhouette.1"/>
            <p:cNvSpPr/>
            <p:nvPr/>
          </p:nvSpPr>
          <p:spPr>
            <a:xfrm flipV="1">
              <a:off x="8081378" y="3044759"/>
              <a:ext cx="98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1" name="View.ISO.Edge.BearingBlock_edge_10_segment_22_interval_7_Silhouette.1"/>
            <p:cNvSpPr/>
            <p:nvPr/>
          </p:nvSpPr>
          <p:spPr>
            <a:xfrm flipV="1">
              <a:off x="8081476" y="3044424"/>
              <a:ext cx="86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2" name="View.ISO.Edge.BearingBlock_edge_10_segment_22_interval_8_Silhouette.1"/>
            <p:cNvSpPr/>
            <p:nvPr/>
          </p:nvSpPr>
          <p:spPr>
            <a:xfrm flipV="1">
              <a:off x="8081562" y="3044281"/>
              <a:ext cx="37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3" name="View.ISO.Edge.BearingBlock_edge_10_segment_22_interval_9_Silhouette.1"/>
            <p:cNvSpPr/>
            <p:nvPr/>
          </p:nvSpPr>
          <p:spPr>
            <a:xfrm flipV="1">
              <a:off x="8081599" y="3043929"/>
              <a:ext cx="90" cy="3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4" name="View.ISO.Edge.BearingBlock_edge_10_segment_22_interval_10_Silhouette.1"/>
            <p:cNvSpPr/>
            <p:nvPr/>
          </p:nvSpPr>
          <p:spPr>
            <a:xfrm flipV="1">
              <a:off x="8081690" y="3043419"/>
              <a:ext cx="131" cy="5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5" name="View.ISO.Edge.BearingBlock_edge_10_segment_22_interval_11_Silhouette.1"/>
            <p:cNvSpPr/>
            <p:nvPr/>
          </p:nvSpPr>
          <p:spPr>
            <a:xfrm flipV="1">
              <a:off x="8081821" y="3043098"/>
              <a:ext cx="82" cy="3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6" name="View.ISO.Edge.BearingBlock_edge_10_segment_22_interval_12_Silhouette.1"/>
            <p:cNvSpPr/>
            <p:nvPr/>
          </p:nvSpPr>
          <p:spPr>
            <a:xfrm flipV="1">
              <a:off x="8081903" y="3042557"/>
              <a:ext cx="139" cy="5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7" name="View.ISO.Edge.BearingBlock_edge_10_segment_22_interval_13_Silhouette.1"/>
            <p:cNvSpPr/>
            <p:nvPr/>
          </p:nvSpPr>
          <p:spPr>
            <a:xfrm flipV="1">
              <a:off x="8082042" y="3042267"/>
              <a:ext cx="74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8" name="View.ISO.Edge.BearingBlock_edge_10_segment_22_interval_14_Silhouette.1"/>
            <p:cNvSpPr/>
            <p:nvPr/>
          </p:nvSpPr>
          <p:spPr>
            <a:xfrm flipV="1">
              <a:off x="8082117" y="3041695"/>
              <a:ext cx="147" cy="5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9" name="View.ISO.Edge.BearingBlock_edge_10_segment_22_interval_15_Silhouette.1"/>
            <p:cNvSpPr/>
            <p:nvPr/>
          </p:nvSpPr>
          <p:spPr>
            <a:xfrm flipV="1">
              <a:off x="8082264" y="3041436"/>
              <a:ext cx="66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0" name="View.ISO.Edge.BearingBlock_edge_10_segment_22_interval_16_Silhouette.1"/>
            <p:cNvSpPr/>
            <p:nvPr/>
          </p:nvSpPr>
          <p:spPr>
            <a:xfrm flipV="1">
              <a:off x="8082330" y="3040833"/>
              <a:ext cx="155" cy="6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1" name="View.ISO.Edge.BearingBlock_edge_10_segment_22_interval_17_Silhouette.1"/>
            <p:cNvSpPr/>
            <p:nvPr/>
          </p:nvSpPr>
          <p:spPr>
            <a:xfrm flipV="1">
              <a:off x="8082485" y="3040606"/>
              <a:ext cx="58" cy="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2" name="View.ISO.Edge.BearingBlock_edge_10_segment_22_interval_18_Silhouette.1"/>
            <p:cNvSpPr/>
            <p:nvPr/>
          </p:nvSpPr>
          <p:spPr>
            <a:xfrm flipV="1">
              <a:off x="8082543" y="3039971"/>
              <a:ext cx="163" cy="6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3" name="View.ISO.Edge.BearingBlock_edge_10_segment_22_interval_19_Silhouette.1"/>
            <p:cNvSpPr/>
            <p:nvPr/>
          </p:nvSpPr>
          <p:spPr>
            <a:xfrm flipV="1">
              <a:off x="8082706" y="3039775"/>
              <a:ext cx="50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4" name="View.ISO.Edge.BearingBlock_edge_10_segment_22_interval_20_Silhouette.1"/>
            <p:cNvSpPr/>
            <p:nvPr/>
          </p:nvSpPr>
          <p:spPr>
            <a:xfrm flipV="1">
              <a:off x="8082757" y="3039109"/>
              <a:ext cx="171" cy="6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5" name="View.ISO.Edge.BearingBlock_edge_10_segment_22_interval_21_Silhouette.1"/>
            <p:cNvSpPr/>
            <p:nvPr/>
          </p:nvSpPr>
          <p:spPr>
            <a:xfrm flipV="1">
              <a:off x="8082928" y="3038944"/>
              <a:ext cx="42" cy="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6" name="View.ISO.Edge.BearingBlock_edge_10_segment_22_interval_22_Silhouette.1"/>
            <p:cNvSpPr/>
            <p:nvPr/>
          </p:nvSpPr>
          <p:spPr>
            <a:xfrm flipV="1">
              <a:off x="8082970" y="3038247"/>
              <a:ext cx="179" cy="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7" name="View.ISO.Edge.BearingBlock_edge_10_segment_22_interval_23_Silhouette.1"/>
            <p:cNvSpPr/>
            <p:nvPr/>
          </p:nvSpPr>
          <p:spPr>
            <a:xfrm flipV="1">
              <a:off x="8083149" y="3038114"/>
              <a:ext cx="36" cy="1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8" name="View.ISO.Edge.BearingBlock_edge_10_segment_22_interval_24_Silhouette.1"/>
            <p:cNvSpPr/>
            <p:nvPr/>
          </p:nvSpPr>
          <p:spPr>
            <a:xfrm flipV="1">
              <a:off x="8083184" y="3037793"/>
              <a:ext cx="82" cy="3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9" name="View.ISO.Edge.BearingBlock_edge_10_segment_23_interval_0_Silhouette.1"/>
            <p:cNvSpPr/>
            <p:nvPr/>
          </p:nvSpPr>
          <p:spPr>
            <a:xfrm flipV="1">
              <a:off x="8083266" y="3037173"/>
              <a:ext cx="53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0" name="View.ISO.Edge.BearingBlock_edge_10_segment_23_interval_1_Silhouette.1"/>
            <p:cNvSpPr/>
            <p:nvPr/>
          </p:nvSpPr>
          <p:spPr>
            <a:xfrm flipV="1">
              <a:off x="8083319" y="3037003"/>
              <a:ext cx="36" cy="1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1" name="View.ISO.Edge.BearingBlock_edge_10_segment_23_interval_2_Silhouette.1"/>
            <p:cNvSpPr/>
            <p:nvPr/>
          </p:nvSpPr>
          <p:spPr>
            <a:xfrm flipV="1">
              <a:off x="8083333" y="3036452"/>
              <a:ext cx="47" cy="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2" name="View.ISO.Edge.BearingBlock_edge_10_segment_23_interval_3_Silhouette.1"/>
            <p:cNvSpPr/>
            <p:nvPr/>
          </p:nvSpPr>
          <p:spPr>
            <a:xfrm flipV="1">
              <a:off x="8083380" y="3036122"/>
              <a:ext cx="36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3" name="View.ISO.Edge.BearingBlock_edge_10_segment_23_interval_4_Silhouette.1"/>
            <p:cNvSpPr/>
            <p:nvPr/>
          </p:nvSpPr>
          <p:spPr>
            <a:xfrm flipV="1">
              <a:off x="8083408" y="3035863"/>
              <a:ext cx="36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4" name="View.ISO.Edge.BearingBlock_edge_10_segment_23_interval_5_Silhouette.1"/>
            <p:cNvSpPr/>
            <p:nvPr/>
          </p:nvSpPr>
          <p:spPr>
            <a:xfrm flipV="1">
              <a:off x="8083430" y="3035717"/>
              <a:ext cx="36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5" name="View.ISO.Edge.BearingBlock_edge_10_segment_23_interval_6_Silhouette.1"/>
            <p:cNvSpPr/>
            <p:nvPr/>
          </p:nvSpPr>
          <p:spPr>
            <a:xfrm flipV="1">
              <a:off x="8083443" y="3034552"/>
              <a:ext cx="99" cy="1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6" name="View.ISO.Edge.BearingBlock_edge_10_segment_23_interval_7_Silhouette.1"/>
            <p:cNvSpPr/>
            <p:nvPr/>
          </p:nvSpPr>
          <p:spPr>
            <a:xfrm flipV="1">
              <a:off x="8083542" y="3034430"/>
              <a:ext cx="36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7" name="View.ISO.Edge.BearingBlock_edge_10_segment_23_interval_8_Silhouette.1"/>
            <p:cNvSpPr/>
            <p:nvPr/>
          </p:nvSpPr>
          <p:spPr>
            <a:xfrm flipV="1">
              <a:off x="8083552" y="3033634"/>
              <a:ext cx="68" cy="7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8" name="View.ISO.Edge.BearingBlock_edge_10_segment_23_interval_9_Silhouette.1"/>
            <p:cNvSpPr/>
            <p:nvPr/>
          </p:nvSpPr>
          <p:spPr>
            <a:xfrm flipV="1">
              <a:off x="8083620" y="3033414"/>
              <a:ext cx="36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9" name="View.ISO.Edge.BearingBlock_edge_10_segment_23_interval_10_Silhouette.1"/>
            <p:cNvSpPr/>
            <p:nvPr/>
          </p:nvSpPr>
          <p:spPr>
            <a:xfrm flipV="1">
              <a:off x="8083639" y="3033241"/>
              <a:ext cx="36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0" name="View.ISO.Edge.BearingBlock_edge_10_segment_23_interval_11_Silhouette.1"/>
            <p:cNvSpPr/>
            <p:nvPr/>
          </p:nvSpPr>
          <p:spPr>
            <a:xfrm flipV="1">
              <a:off x="8083654" y="3033143"/>
              <a:ext cx="36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1" name="View.ISO.Edge.BearingBlock_edge_10_segment_23_interval_12_Silhouette.1"/>
            <p:cNvSpPr/>
            <p:nvPr/>
          </p:nvSpPr>
          <p:spPr>
            <a:xfrm flipV="1">
              <a:off x="8083662" y="3031930"/>
              <a:ext cx="103" cy="1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2" name="View.ISO.Edge.BearingBlock_edge_10_segment_23_interval_13_Silhouette.1"/>
            <p:cNvSpPr/>
            <p:nvPr/>
          </p:nvSpPr>
          <p:spPr>
            <a:xfrm flipV="1">
              <a:off x="8083765" y="3031857"/>
              <a:ext cx="3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3" name="View.ISO.Edge.BearingBlock_edge_10_segment_23_interval_14_Silhouette.1"/>
            <p:cNvSpPr/>
            <p:nvPr/>
          </p:nvSpPr>
          <p:spPr>
            <a:xfrm flipV="1">
              <a:off x="8083771" y="3031238"/>
              <a:ext cx="53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4" name="View.ISO.Edge.BearingBlock_edge_10_segment_23_interval_15_Silhouette.1"/>
            <p:cNvSpPr/>
            <p:nvPr/>
          </p:nvSpPr>
          <p:spPr>
            <a:xfrm flipV="1">
              <a:off x="8083824" y="3030815"/>
              <a:ext cx="36" cy="4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5" name="View.ISO.Edge.BearingBlock_edge_10_segment_23_interval_16_Silhouette.1"/>
            <p:cNvSpPr/>
            <p:nvPr/>
          </p:nvSpPr>
          <p:spPr>
            <a:xfrm flipV="1">
              <a:off x="8083860" y="3030705"/>
              <a:ext cx="36" cy="1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6" name="View.ISO.Edge.BearingBlock_edge_10_segment_23_interval_17_Silhouette.1"/>
            <p:cNvSpPr/>
            <p:nvPr/>
          </p:nvSpPr>
          <p:spPr>
            <a:xfrm flipV="1">
              <a:off x="8083869" y="3030619"/>
              <a:ext cx="36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7" name="View.ISO.Edge.BearingBlock_edge_10_segment_23_interval_18_Silhouette.1"/>
            <p:cNvSpPr/>
            <p:nvPr/>
          </p:nvSpPr>
          <p:spPr>
            <a:xfrm flipV="1">
              <a:off x="8083877" y="3030570"/>
              <a:ext cx="36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8" name="View.ISO.Edge.BearingBlock_edge_10_segment_23_interval_19_Silhouette.1"/>
            <p:cNvSpPr/>
            <p:nvPr/>
          </p:nvSpPr>
          <p:spPr>
            <a:xfrm flipV="1">
              <a:off x="8083881" y="3029308"/>
              <a:ext cx="107" cy="1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9" name="View.ISO.Edge.BearingBlock_edge_10_segment_23_interval_20_Silhouette.1"/>
            <p:cNvSpPr/>
            <p:nvPr/>
          </p:nvSpPr>
          <p:spPr>
            <a:xfrm flipV="1">
              <a:off x="8083988" y="302928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0" name="View.ISO.Edge.BearingBlock_edge_10_segment_23_interval_21_Silhouette.1"/>
            <p:cNvSpPr/>
            <p:nvPr/>
          </p:nvSpPr>
          <p:spPr>
            <a:xfrm flipV="1">
              <a:off x="8083990" y="3027997"/>
              <a:ext cx="109" cy="1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1" name="View.ISO.Edge.BearingBlock_edge_10_segment_24_interval_0_Silhouette.1"/>
            <p:cNvSpPr/>
            <p:nvPr/>
          </p:nvSpPr>
          <p:spPr>
            <a:xfrm flipH="1" flipV="1">
              <a:off x="8083266" y="3018201"/>
              <a:ext cx="834" cy="97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2" name="View.ISO.Edge.BearingBlock_edge_10_segment_25_interval_0_Silhouette.1"/>
            <p:cNvSpPr/>
            <p:nvPr/>
          </p:nvSpPr>
          <p:spPr>
            <a:xfrm flipH="1" flipV="1">
              <a:off x="8080774" y="3008500"/>
              <a:ext cx="2493" cy="97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3" name="View.ISO.Edge.BearingBlock_edge_10_segment_26_interval_0_Silhouette.1"/>
            <p:cNvSpPr/>
            <p:nvPr/>
          </p:nvSpPr>
          <p:spPr>
            <a:xfrm flipH="1" flipV="1">
              <a:off x="8078413" y="3003059"/>
              <a:ext cx="2360" cy="54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4" name="View.ISO.Edge.BearingBlock_edge_10_segment_26_interval_1_Silhouette.1"/>
            <p:cNvSpPr/>
            <p:nvPr/>
          </p:nvSpPr>
          <p:spPr>
            <a:xfrm flipH="1" flipV="1">
              <a:off x="8078202" y="3002571"/>
              <a:ext cx="212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5" name="View.ISO.Edge.BearingBlock_edge_10_segment_26_interval_2_Silhouette.1"/>
            <p:cNvSpPr/>
            <p:nvPr/>
          </p:nvSpPr>
          <p:spPr>
            <a:xfrm flipH="1" flipV="1">
              <a:off x="8077767" y="3001569"/>
              <a:ext cx="435" cy="10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6" name="View.ISO.Edge.BearingBlock_edge_10_segment_26_interval_3_Silhouette.1"/>
            <p:cNvSpPr/>
            <p:nvPr/>
          </p:nvSpPr>
          <p:spPr>
            <a:xfrm flipH="1" flipV="1">
              <a:off x="8077718" y="3001457"/>
              <a:ext cx="49" cy="1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7" name="View.ISO.Edge.BearingBlock_edge_10_segment_26_interval_4_Silhouette.1"/>
            <p:cNvSpPr/>
            <p:nvPr/>
          </p:nvSpPr>
          <p:spPr>
            <a:xfrm flipH="1" flipV="1">
              <a:off x="8076646" y="2998986"/>
              <a:ext cx="1072" cy="24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8" name="View.ISO.Edge.BearingBlock_edge_10_segment_27_interval_0_Silhouette.1"/>
            <p:cNvSpPr/>
            <p:nvPr/>
          </p:nvSpPr>
          <p:spPr>
            <a:xfrm flipH="1" flipV="1">
              <a:off x="8070923" y="2989752"/>
              <a:ext cx="5723" cy="9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9" name="View.ISO.Edge.BearingBlock_edge_10_segment_28_interval_0_Silhouette.1"/>
            <p:cNvSpPr/>
            <p:nvPr/>
          </p:nvSpPr>
          <p:spPr>
            <a:xfrm flipH="1" flipV="1">
              <a:off x="8063660" y="2980886"/>
              <a:ext cx="7263" cy="88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0" name="View.ISO.Edge.BearingBlock_edge_10_segment_29_interval_0_Silhouette.1"/>
            <p:cNvSpPr/>
            <p:nvPr/>
          </p:nvSpPr>
          <p:spPr>
            <a:xfrm flipH="1" flipV="1">
              <a:off x="8061392" y="2978701"/>
              <a:ext cx="2268" cy="21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1" name="View.ISO.Edge.BearingBlock_edge_10_segment_29_interval_1_Silhouette.1"/>
            <p:cNvSpPr/>
            <p:nvPr/>
          </p:nvSpPr>
          <p:spPr>
            <a:xfrm flipH="1" flipV="1">
              <a:off x="8060909" y="2978236"/>
              <a:ext cx="483" cy="4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2" name="View.ISO.Edge.BearingBlock_edge_10_segment_29_interval_2_Silhouette.1"/>
            <p:cNvSpPr/>
            <p:nvPr/>
          </p:nvSpPr>
          <p:spPr>
            <a:xfrm flipH="1" flipV="1">
              <a:off x="8060152" y="2977507"/>
              <a:ext cx="757" cy="7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3" name="View.ISO.Edge.BearingBlock_edge_10_segment_29_interval_3_Silhouette.1"/>
            <p:cNvSpPr/>
            <p:nvPr/>
          </p:nvSpPr>
          <p:spPr>
            <a:xfrm flipH="1" flipV="1">
              <a:off x="8059922" y="2977285"/>
              <a:ext cx="231" cy="2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4" name="View.ISO.Edge.BearingBlock_edge_10_segment_29_interval_4_Silhouette.1"/>
            <p:cNvSpPr/>
            <p:nvPr/>
          </p:nvSpPr>
          <p:spPr>
            <a:xfrm flipH="1" flipV="1">
              <a:off x="8054927" y="2972474"/>
              <a:ext cx="4994" cy="4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5" name="View.ISO.Edge.BearingBlock_edge_10_segment_30_interval_0_Silhouette.1"/>
            <p:cNvSpPr/>
            <p:nvPr/>
          </p:nvSpPr>
          <p:spPr>
            <a:xfrm flipH="1" flipV="1">
              <a:off x="8051081" y="2969480"/>
              <a:ext cx="3846" cy="29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6" name="View.ISO.Edge.BearingBlock_edge_10_segment_30_interval_1_Silhouette.1"/>
            <p:cNvSpPr/>
            <p:nvPr/>
          </p:nvSpPr>
          <p:spPr>
            <a:xfrm flipH="1" flipV="1">
              <a:off x="8044808" y="2964596"/>
              <a:ext cx="6273" cy="48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7" name="View.ISO.Edge.BearingBlock_edge_10_segment_31_interval_0_Silhouette.1"/>
            <p:cNvSpPr/>
            <p:nvPr/>
          </p:nvSpPr>
          <p:spPr>
            <a:xfrm flipH="1" flipV="1">
              <a:off x="8033960" y="2957686"/>
              <a:ext cx="10848" cy="69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8" name="View.ISO.Edge.BearingBlock_edge_10_segment_31_interval_1_Silhouette.1"/>
            <p:cNvSpPr/>
            <p:nvPr/>
          </p:nvSpPr>
          <p:spPr>
            <a:xfrm flipH="1" flipV="1">
              <a:off x="8033400" y="2957329"/>
              <a:ext cx="560" cy="3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9" name="View.ISO.Edge.BearingBlock_edge_10_segment_32_interval_0_Silhouette.1"/>
            <p:cNvSpPr/>
            <p:nvPr/>
          </p:nvSpPr>
          <p:spPr>
            <a:xfrm flipH="1" flipV="1">
              <a:off x="8020882" y="2950779"/>
              <a:ext cx="12518" cy="6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0" name="View.ISO.Edge.BearingBlock_edge_10_segment_32_interval_1_Silhouette.1"/>
            <p:cNvSpPr/>
            <p:nvPr/>
          </p:nvSpPr>
          <p:spPr>
            <a:xfrm flipH="1" flipV="1">
              <a:off x="8020813" y="2950743"/>
              <a:ext cx="68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1" name="View.ISO.Edge.BearingBlock_edge_10_segment_33_interval_0_Silhouette.1"/>
            <p:cNvSpPr/>
            <p:nvPr/>
          </p:nvSpPr>
          <p:spPr>
            <a:xfrm flipH="1" flipV="1">
              <a:off x="8013103" y="2947442"/>
              <a:ext cx="7710" cy="3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2" name="View.ISO.Edge.BearingBlock_edge_10_segment_33_interval_1_Silhouette.1"/>
            <p:cNvSpPr/>
            <p:nvPr/>
          </p:nvSpPr>
          <p:spPr>
            <a:xfrm flipH="1" flipV="1">
              <a:off x="8011284" y="2946662"/>
              <a:ext cx="1820" cy="7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3" name="View.ISO.Edge.BearingBlock_edge_10_segment_33_interval_2_Silhouette.1"/>
            <p:cNvSpPr/>
            <p:nvPr/>
          </p:nvSpPr>
          <p:spPr>
            <a:xfrm flipH="1" flipV="1">
              <a:off x="8007169" y="2944901"/>
              <a:ext cx="4115" cy="17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4" name="View.ISO.Edge.BearingBlock_edge_10_segment_34_interval_0_Silhouette.1"/>
            <p:cNvSpPr/>
            <p:nvPr/>
          </p:nvSpPr>
          <p:spPr>
            <a:xfrm flipH="1" flipV="1">
              <a:off x="7998836" y="2942017"/>
              <a:ext cx="8333" cy="28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5" name="View.ISO.Edge.BearingBlock_edge_10_segment_34_interval_1_Silhouette.1"/>
            <p:cNvSpPr/>
            <p:nvPr/>
          </p:nvSpPr>
          <p:spPr>
            <a:xfrm flipH="1" flipV="1">
              <a:off x="7997550" y="2941572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6" name="View.ISO.Edge.BearingBlock_edge_10_segment_34_interval_2_Silhouette.1"/>
            <p:cNvSpPr/>
            <p:nvPr/>
          </p:nvSpPr>
          <p:spPr>
            <a:xfrm flipH="1" flipV="1">
              <a:off x="7996714" y="2941283"/>
              <a:ext cx="836" cy="2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7" name="View.ISO.Edge.BearingBlock_edge_10_segment_34_interval_3_Silhouette.1"/>
            <p:cNvSpPr/>
            <p:nvPr/>
          </p:nvSpPr>
          <p:spPr>
            <a:xfrm flipH="1" flipV="1">
              <a:off x="7996383" y="2941168"/>
              <a:ext cx="33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8" name="View.ISO.Edge.BearingBlock_edge_10_segment_34_interval_4_Silhouette.1"/>
            <p:cNvSpPr/>
            <p:nvPr/>
          </p:nvSpPr>
          <p:spPr>
            <a:xfrm flipH="1" flipV="1">
              <a:off x="7992599" y="2939858"/>
              <a:ext cx="3784" cy="13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9" name="View.ISO.Edge.BearingBlock_edge_10_segment_35_interval_0_Silhouette.1"/>
            <p:cNvSpPr/>
            <p:nvPr/>
          </p:nvSpPr>
          <p:spPr>
            <a:xfrm flipH="1" flipV="1">
              <a:off x="7977242" y="2935665"/>
              <a:ext cx="15356" cy="4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0" name="View.ISO.Edge.BearingBlock_edge_10_segment_36_interval_0_Silhouette.1"/>
            <p:cNvSpPr/>
            <p:nvPr/>
          </p:nvSpPr>
          <p:spPr>
            <a:xfrm flipH="1" flipV="1">
              <a:off x="7961248" y="2932361"/>
              <a:ext cx="15994" cy="3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1" name="View.ISO.Edge.BearingBlock_edge_10_segment_37_interval_0_Silhouette.1"/>
            <p:cNvSpPr/>
            <p:nvPr/>
          </p:nvSpPr>
          <p:spPr>
            <a:xfrm flipH="1" flipV="1">
              <a:off x="7956968" y="2931742"/>
              <a:ext cx="4280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2" name="View.ISO.Edge.BearingBlock_edge_10_segment_37_interval_1_Silhouette.1"/>
            <p:cNvSpPr/>
            <p:nvPr/>
          </p:nvSpPr>
          <p:spPr>
            <a:xfrm flipH="1" flipV="1">
              <a:off x="7955802" y="2931573"/>
              <a:ext cx="1167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3" name="View.ISO.Edge.BearingBlock_edge_10_segment_37_interval_2_Silhouette.1"/>
            <p:cNvSpPr/>
            <p:nvPr/>
          </p:nvSpPr>
          <p:spPr>
            <a:xfrm flipH="1" flipV="1">
              <a:off x="7954781" y="2931426"/>
              <a:ext cx="1021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4" name="View.ISO.Edge.BearingBlock_edge_10_segment_37_interval_3_Silhouette.1"/>
            <p:cNvSpPr/>
            <p:nvPr/>
          </p:nvSpPr>
          <p:spPr>
            <a:xfrm flipH="1" flipV="1">
              <a:off x="7954194" y="2931341"/>
              <a:ext cx="587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5" name="View.ISO.Edge.BearingBlock_edge_10_segment_37_interval_4_Silhouette.1"/>
            <p:cNvSpPr/>
            <p:nvPr/>
          </p:nvSpPr>
          <p:spPr>
            <a:xfrm flipH="1" flipV="1">
              <a:off x="7944770" y="2929978"/>
              <a:ext cx="9424" cy="13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6" name="View.ISO.Edge.BearingBlock_edge_10_segment_38_interval_0_Silhouette.1"/>
            <p:cNvSpPr/>
            <p:nvPr/>
          </p:nvSpPr>
          <p:spPr>
            <a:xfrm flipH="1" flipV="1">
              <a:off x="7927967" y="2928539"/>
              <a:ext cx="16803" cy="1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7" name="View.ISO.Edge.BearingBlock_edge_10_segment_39_interval_0_Silhouette.1"/>
            <p:cNvSpPr/>
            <p:nvPr/>
          </p:nvSpPr>
          <p:spPr>
            <a:xfrm flipH="1" flipV="1">
              <a:off x="7911000" y="2928058"/>
              <a:ext cx="16967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8" name="View.ISO.Edge.BearingBlock_edge_10_segment_40_interval_0_Silhouette.1"/>
            <p:cNvSpPr/>
            <p:nvPr/>
          </p:nvSpPr>
          <p:spPr>
            <a:xfrm flipH="1">
              <a:off x="7894033" y="2928058"/>
              <a:ext cx="16967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9" name="View.ISO.Edge.BearingBlock_edge_10_segment_41_interval_0_Silhouette.1"/>
            <p:cNvSpPr/>
            <p:nvPr/>
          </p:nvSpPr>
          <p:spPr>
            <a:xfrm flipH="1">
              <a:off x="7877230" y="2928539"/>
              <a:ext cx="16803" cy="1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0" name="View.ISO.Edge.BearingBlock_edge_10_segment_42_interval_0_Silhouette.1"/>
            <p:cNvSpPr/>
            <p:nvPr/>
          </p:nvSpPr>
          <p:spPr>
            <a:xfrm flipH="1">
              <a:off x="7867806" y="2929978"/>
              <a:ext cx="9424" cy="13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1" name="View.ISO.Edge.BearingBlock_edge_10_segment_42_interval_1_Silhouette.1"/>
            <p:cNvSpPr/>
            <p:nvPr/>
          </p:nvSpPr>
          <p:spPr>
            <a:xfrm flipH="1">
              <a:off x="7866198" y="293134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2" name="View.ISO.Edge.BearingBlock_edge_10_segment_42_interval_2_Silhouette.1"/>
            <p:cNvSpPr/>
            <p:nvPr/>
          </p:nvSpPr>
          <p:spPr>
            <a:xfrm flipH="1">
              <a:off x="7865392" y="2931573"/>
              <a:ext cx="80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3" name="View.ISO.Edge.BearingBlock_edge_10_segment_42_interval_3_Silhouette.1"/>
            <p:cNvSpPr/>
            <p:nvPr/>
          </p:nvSpPr>
          <p:spPr>
            <a:xfrm flipH="1">
              <a:off x="7865032" y="2931690"/>
              <a:ext cx="361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4" name="View.ISO.Edge.BearingBlock_edge_10_segment_42_interval_4_Silhouette.1"/>
            <p:cNvSpPr/>
            <p:nvPr/>
          </p:nvSpPr>
          <p:spPr>
            <a:xfrm flipH="1">
              <a:off x="7860752" y="2931742"/>
              <a:ext cx="4280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5" name="View.ISO.Edge.BearingBlock_edge_10_segment_43_interval_0_Silhouette.1"/>
            <p:cNvSpPr/>
            <p:nvPr/>
          </p:nvSpPr>
          <p:spPr>
            <a:xfrm flipH="1">
              <a:off x="7844758" y="2932361"/>
              <a:ext cx="15994" cy="3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6" name="View.ISO.Edge.BearingBlock_edge_10_segment_44_interval_0_Silhouette.1"/>
            <p:cNvSpPr/>
            <p:nvPr/>
          </p:nvSpPr>
          <p:spPr>
            <a:xfrm flipH="1">
              <a:off x="7829401" y="2935665"/>
              <a:ext cx="15356" cy="4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7" name="View.ISO.Edge.BearingBlock_edge_10_segment_45_interval_0_Silhouette.1"/>
            <p:cNvSpPr/>
            <p:nvPr/>
          </p:nvSpPr>
          <p:spPr>
            <a:xfrm flipH="1">
              <a:off x="7825617" y="2939858"/>
              <a:ext cx="3784" cy="13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8" name="View.ISO.Edge.BearingBlock_edge_10_segment_45_interval_1_Silhouette.1"/>
            <p:cNvSpPr/>
            <p:nvPr/>
          </p:nvSpPr>
          <p:spPr>
            <a:xfrm flipH="1">
              <a:off x="7824450" y="2941168"/>
              <a:ext cx="1167" cy="4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9" name="View.ISO.Edge.BearingBlock_edge_10_segment_45_interval_2_Silhouette.1"/>
            <p:cNvSpPr/>
            <p:nvPr/>
          </p:nvSpPr>
          <p:spPr>
            <a:xfrm flipH="1">
              <a:off x="7823597" y="2941572"/>
              <a:ext cx="853" cy="2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0" name="View.ISO.Edge.BearingBlock_edge_10_segment_45_interval_3_Silhouette.1"/>
            <p:cNvSpPr/>
            <p:nvPr/>
          </p:nvSpPr>
          <p:spPr>
            <a:xfrm flipH="1">
              <a:off x="7823164" y="2941867"/>
              <a:ext cx="434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1" name="View.ISO.Edge.BearingBlock_edge_10_segment_45_interval_4_Silhouette.1"/>
            <p:cNvSpPr/>
            <p:nvPr/>
          </p:nvSpPr>
          <p:spPr>
            <a:xfrm flipH="1">
              <a:off x="7814831" y="2942017"/>
              <a:ext cx="8333" cy="28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2" name="View.ISO.Edge.BearingBlock_edge_10_segment_46_interval_0_Silhouette.1"/>
            <p:cNvSpPr/>
            <p:nvPr/>
          </p:nvSpPr>
          <p:spPr>
            <a:xfrm flipH="1">
              <a:off x="7801187" y="2944901"/>
              <a:ext cx="13644" cy="5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3" name="View.ISO.Edge.BearingBlock_edge_10_segment_47_interval_0_Silhouette.1"/>
            <p:cNvSpPr/>
            <p:nvPr/>
          </p:nvSpPr>
          <p:spPr>
            <a:xfrm flipH="1">
              <a:off x="7788600" y="2950743"/>
              <a:ext cx="12587" cy="6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4" name="View.ISO.Edge.BearingBlock_edge_10_segment_48_interval_0_Silhouette.1"/>
            <p:cNvSpPr/>
            <p:nvPr/>
          </p:nvSpPr>
          <p:spPr>
            <a:xfrm flipH="1">
              <a:off x="7777192" y="2957329"/>
              <a:ext cx="11408" cy="7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5" name="View.ISO.Edge.BearingBlock_edge_10_segment_49_interval_0_Silhouette.1"/>
            <p:cNvSpPr/>
            <p:nvPr/>
          </p:nvSpPr>
          <p:spPr>
            <a:xfrm flipH="1">
              <a:off x="7767073" y="2964596"/>
              <a:ext cx="10119" cy="78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6" name="View.ISO.Edge.BearingBlock_edge_10_segment_50_interval_0_Silhouette.1"/>
            <p:cNvSpPr/>
            <p:nvPr/>
          </p:nvSpPr>
          <p:spPr>
            <a:xfrm flipH="1">
              <a:off x="7762078" y="2972474"/>
              <a:ext cx="4994" cy="4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7" name="View.ISO.Edge.BearingBlock_edge_10_segment_50_interval_1_Silhouette.1"/>
            <p:cNvSpPr/>
            <p:nvPr/>
          </p:nvSpPr>
          <p:spPr>
            <a:xfrm flipH="1">
              <a:off x="7761091" y="2977285"/>
              <a:ext cx="987" cy="9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8" name="View.ISO.Edge.BearingBlock_edge_10_segment_50_interval_2_Silhouette.1"/>
            <p:cNvSpPr/>
            <p:nvPr/>
          </p:nvSpPr>
          <p:spPr>
            <a:xfrm flipH="1">
              <a:off x="7760701" y="2978236"/>
              <a:ext cx="391" cy="3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9" name="View.ISO.Edge.BearingBlock_edge_10_segment_50_interval_3_Silhouette.1"/>
            <p:cNvSpPr/>
            <p:nvPr/>
          </p:nvSpPr>
          <p:spPr>
            <a:xfrm flipH="1">
              <a:off x="7760608" y="2978612"/>
              <a:ext cx="93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0" name="View.ISO.Edge.BearingBlock_edge_10_segment_50_interval_4_Silhouette.1"/>
            <p:cNvSpPr/>
            <p:nvPr/>
          </p:nvSpPr>
          <p:spPr>
            <a:xfrm flipH="1">
              <a:off x="7758340" y="2978701"/>
              <a:ext cx="2268" cy="21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1" name="View.ISO.Edge.BearingBlock_edge_10_segment_51_interval_0_Silhouette.1"/>
            <p:cNvSpPr/>
            <p:nvPr/>
          </p:nvSpPr>
          <p:spPr>
            <a:xfrm flipH="1">
              <a:off x="7751077" y="2980886"/>
              <a:ext cx="7263" cy="88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2" name="View.ISO.Edge.BearingBlock_edge_10_segment_52_interval_0_Silhouette.1"/>
            <p:cNvSpPr/>
            <p:nvPr/>
          </p:nvSpPr>
          <p:spPr>
            <a:xfrm flipH="1">
              <a:off x="7745354" y="2989752"/>
              <a:ext cx="5723" cy="9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3" name="View.ISO.Edge.BearingBlock_edge_10_segment_53_interval_0_Silhouette.1"/>
            <p:cNvSpPr/>
            <p:nvPr/>
          </p:nvSpPr>
          <p:spPr>
            <a:xfrm flipH="1">
              <a:off x="7744282" y="2998986"/>
              <a:ext cx="1072" cy="24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4" name="View.ISO.Edge.BearingBlock_edge_10_segment_53_interval_1_Silhouette.1"/>
            <p:cNvSpPr/>
            <p:nvPr/>
          </p:nvSpPr>
          <p:spPr>
            <a:xfrm flipH="1">
              <a:off x="7743798" y="3001457"/>
              <a:ext cx="483" cy="1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5" name="View.ISO.Edge.BearingBlock_edge_10_segment_53_interval_2_Silhouette.1"/>
            <p:cNvSpPr/>
            <p:nvPr/>
          </p:nvSpPr>
          <p:spPr>
            <a:xfrm flipH="1">
              <a:off x="7743613" y="3002571"/>
              <a:ext cx="185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6" name="View.ISO.Edge.BearingBlock_edge_10_segment_53_interval_3_Silhouette.1"/>
            <p:cNvSpPr/>
            <p:nvPr/>
          </p:nvSpPr>
          <p:spPr>
            <a:xfrm flipH="1">
              <a:off x="7743587" y="3002998"/>
              <a:ext cx="36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7" name="View.ISO.Edge.BearingBlock_edge_10_segment_53_interval_4_Silhouette.1"/>
            <p:cNvSpPr/>
            <p:nvPr/>
          </p:nvSpPr>
          <p:spPr>
            <a:xfrm flipH="1">
              <a:off x="7743542" y="3003059"/>
              <a:ext cx="44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8" name="View.ISO.Edge.BearingBlock_edge_10_segment_53_interval_5_Silhouette.1"/>
            <p:cNvSpPr/>
            <p:nvPr/>
          </p:nvSpPr>
          <p:spPr>
            <a:xfrm flipH="1">
              <a:off x="7741226" y="3003162"/>
              <a:ext cx="2316" cy="5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9" name="View.ISO.Edge.BearingBlock_edge_10_segment_54_interval_0_Silhouette.1"/>
            <p:cNvSpPr/>
            <p:nvPr/>
          </p:nvSpPr>
          <p:spPr>
            <a:xfrm flipH="1">
              <a:off x="7738734" y="3008500"/>
              <a:ext cx="2493" cy="97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0" name="View.ISO.Edge.BearingBlock_edge_10_segment_55_interval_0_Silhouette.1"/>
            <p:cNvSpPr/>
            <p:nvPr/>
          </p:nvSpPr>
          <p:spPr>
            <a:xfrm flipH="1">
              <a:off x="7738176" y="3018201"/>
              <a:ext cx="558" cy="65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1" name="View.ISO.Edge.BearingBlock_edge_10_segment_55_interval_1_Silhouette.1"/>
            <p:cNvSpPr/>
            <p:nvPr/>
          </p:nvSpPr>
          <p:spPr>
            <a:xfrm flipH="1">
              <a:off x="7737900" y="3024756"/>
              <a:ext cx="276" cy="32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2" name="View.ISO.Edge.BearingBlock_edge_10_segment_56_interval_0_Silhouette.1"/>
            <p:cNvSpPr/>
            <p:nvPr/>
          </p:nvSpPr>
          <p:spPr>
            <a:xfrm>
              <a:off x="7737900" y="3027997"/>
              <a:ext cx="107" cy="12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3" name="View.ISO.Edge.BearingBlock_edge_10_segment_56_interval_1_Silhouette.1"/>
            <p:cNvSpPr/>
            <p:nvPr/>
          </p:nvSpPr>
          <p:spPr>
            <a:xfrm>
              <a:off x="7738008" y="3029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4" name="View.ISO.Edge.BearingBlock_edge_10_segment_56_interval_2_Silhouette.1"/>
            <p:cNvSpPr/>
            <p:nvPr/>
          </p:nvSpPr>
          <p:spPr>
            <a:xfrm>
              <a:off x="7738010" y="3029284"/>
              <a:ext cx="105" cy="12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5" name="View.ISO.Edge.BearingBlock_edge_10_segment_56_interval_3_Silhouette.1"/>
            <p:cNvSpPr/>
            <p:nvPr/>
          </p:nvSpPr>
          <p:spPr>
            <a:xfrm>
              <a:off x="7738115" y="3030523"/>
              <a:ext cx="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6" name="View.ISO.Edge.BearingBlock_edge_10_segment_56_interval_4_Silhouette.1"/>
            <p:cNvSpPr/>
            <p:nvPr/>
          </p:nvSpPr>
          <p:spPr>
            <a:xfrm>
              <a:off x="7738119" y="3030570"/>
              <a:ext cx="36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7" name="View.ISO.Edge.BearingBlock_edge_10_segment_56_interval_5_Silhouette.1"/>
            <p:cNvSpPr/>
            <p:nvPr/>
          </p:nvSpPr>
          <p:spPr>
            <a:xfrm>
              <a:off x="7738140" y="3030815"/>
              <a:ext cx="36" cy="1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8" name="View.ISO.Edge.BearingBlock_edge_10_segment_56_interval_6_Silhouette.1"/>
            <p:cNvSpPr/>
            <p:nvPr/>
          </p:nvSpPr>
          <p:spPr>
            <a:xfrm>
              <a:off x="7738150" y="3030935"/>
              <a:ext cx="72" cy="8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9" name="View.ISO.Edge.BearingBlock_edge_10_segment_56_interval_7_Silhouette.1"/>
            <p:cNvSpPr/>
            <p:nvPr/>
          </p:nvSpPr>
          <p:spPr>
            <a:xfrm>
              <a:off x="7738223" y="3031786"/>
              <a:ext cx="3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0" name="View.ISO.Edge.BearingBlock_edge_10_segment_56_interval_8_Silhouette.1"/>
            <p:cNvSpPr/>
            <p:nvPr/>
          </p:nvSpPr>
          <p:spPr>
            <a:xfrm>
              <a:off x="7738229" y="3031857"/>
              <a:ext cx="101" cy="1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1" name="View.ISO.Edge.BearingBlock_edge_10_segment_56_interval_9_Silhouette.1"/>
            <p:cNvSpPr/>
            <p:nvPr/>
          </p:nvSpPr>
          <p:spPr>
            <a:xfrm>
              <a:off x="7738330" y="3033050"/>
              <a:ext cx="36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2" name="View.ISO.Edge.BearingBlock_edge_10_segment_56_interval_10_Silhouette.1"/>
            <p:cNvSpPr/>
            <p:nvPr/>
          </p:nvSpPr>
          <p:spPr>
            <a:xfrm>
              <a:off x="7738338" y="3033143"/>
              <a:ext cx="42" cy="4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3" name="View.ISO.Edge.BearingBlock_edge_10_segment_56_interval_11_Silhouette.1"/>
            <p:cNvSpPr/>
            <p:nvPr/>
          </p:nvSpPr>
          <p:spPr>
            <a:xfrm>
              <a:off x="7738380" y="3033634"/>
              <a:ext cx="36" cy="2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4" name="View.ISO.Edge.BearingBlock_edge_10_segment_56_interval_12_Silhouette.1"/>
            <p:cNvSpPr/>
            <p:nvPr/>
          </p:nvSpPr>
          <p:spPr>
            <a:xfrm>
              <a:off x="7738400" y="3033873"/>
              <a:ext cx="37" cy="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5" name="View.ISO.Edge.BearingBlock_edge_10_segment_56_interval_13_Silhouette.1"/>
            <p:cNvSpPr/>
            <p:nvPr/>
          </p:nvSpPr>
          <p:spPr>
            <a:xfrm>
              <a:off x="7738438" y="3034313"/>
              <a:ext cx="3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6" name="View.ISO.Edge.BearingBlock_edge_10_segment_56_interval_14_Silhouette.1"/>
            <p:cNvSpPr/>
            <p:nvPr/>
          </p:nvSpPr>
          <p:spPr>
            <a:xfrm>
              <a:off x="7738448" y="3034430"/>
              <a:ext cx="98" cy="1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7" name="View.ISO.Edge.BearingBlock_edge_10_segment_56_interval_15_Silhouette.1"/>
            <p:cNvSpPr/>
            <p:nvPr/>
          </p:nvSpPr>
          <p:spPr>
            <a:xfrm>
              <a:off x="7738545" y="3035576"/>
              <a:ext cx="36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8" name="View.ISO.Edge.BearingBlock_edge_10_segment_56_interval_16_Silhouette.1"/>
            <p:cNvSpPr/>
            <p:nvPr/>
          </p:nvSpPr>
          <p:spPr>
            <a:xfrm>
              <a:off x="7738557" y="3035717"/>
              <a:ext cx="63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9" name="View.ISO.Edge.BearingBlock_edge_10_segment_56_interval_17_Silhouette.1"/>
            <p:cNvSpPr/>
            <p:nvPr/>
          </p:nvSpPr>
          <p:spPr>
            <a:xfrm>
              <a:off x="7738620" y="3036452"/>
              <a:ext cx="36" cy="3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0" name="View.ISO.Edge.BearingBlock_edge_10_segment_56_interval_18_Silhouette.1"/>
            <p:cNvSpPr/>
            <p:nvPr/>
          </p:nvSpPr>
          <p:spPr>
            <a:xfrm>
              <a:off x="7738650" y="303681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1" name="View.ISO.Edge.BearingBlock_edge_10_segment_56_interval_19_Silhouette.1"/>
            <p:cNvSpPr/>
            <p:nvPr/>
          </p:nvSpPr>
          <p:spPr>
            <a:xfrm>
              <a:off x="7738653" y="3036839"/>
              <a:ext cx="36" cy="1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2" name="View.ISO.Edge.BearingBlock_edge_10_segment_56_interval_20_Silhouette.1"/>
            <p:cNvSpPr/>
            <p:nvPr/>
          </p:nvSpPr>
          <p:spPr>
            <a:xfrm>
              <a:off x="7738667" y="3037003"/>
              <a:ext cx="67" cy="7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3" name="View.ISO.Edge.BearingBlock_edge_10_segment_57_interval_0_Silhouette.1"/>
            <p:cNvSpPr/>
            <p:nvPr/>
          </p:nvSpPr>
          <p:spPr>
            <a:xfrm>
              <a:off x="7738734" y="3037793"/>
              <a:ext cx="50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4" name="View.ISO.Edge.BearingBlock_edge_10_segment_57_interval_1_Silhouette.1"/>
            <p:cNvSpPr/>
            <p:nvPr/>
          </p:nvSpPr>
          <p:spPr>
            <a:xfrm>
              <a:off x="7738784" y="3037989"/>
              <a:ext cx="36" cy="1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5" name="View.ISO.Edge.BearingBlock_edge_10_segment_57_interval_2_Silhouette.1"/>
            <p:cNvSpPr/>
            <p:nvPr/>
          </p:nvSpPr>
          <p:spPr>
            <a:xfrm>
              <a:off x="7738816" y="3038114"/>
              <a:ext cx="174" cy="6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6" name="View.ISO.Edge.BearingBlock_edge_10_segment_57_interval_3_Silhouette.1"/>
            <p:cNvSpPr/>
            <p:nvPr/>
          </p:nvSpPr>
          <p:spPr>
            <a:xfrm>
              <a:off x="7738990" y="3038791"/>
              <a:ext cx="39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7" name="View.ISO.Edge.BearingBlock_edge_10_segment_57_interval_4_Silhouette.1"/>
            <p:cNvSpPr/>
            <p:nvPr/>
          </p:nvSpPr>
          <p:spPr>
            <a:xfrm>
              <a:off x="7739030" y="3038944"/>
              <a:ext cx="167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8" name="View.ISO.Edge.BearingBlock_edge_10_segment_57_interval_5_Silhouette.1"/>
            <p:cNvSpPr/>
            <p:nvPr/>
          </p:nvSpPr>
          <p:spPr>
            <a:xfrm>
              <a:off x="7739196" y="3039593"/>
              <a:ext cx="47" cy="1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9" name="View.ISO.Edge.BearingBlock_edge_10_segment_57_interval_6_Silhouette.1"/>
            <p:cNvSpPr/>
            <p:nvPr/>
          </p:nvSpPr>
          <p:spPr>
            <a:xfrm>
              <a:off x="7739243" y="3039775"/>
              <a:ext cx="159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0" name="View.ISO.Edge.BearingBlock_edge_10_segment_57_interval_7_Silhouette.1"/>
            <p:cNvSpPr/>
            <p:nvPr/>
          </p:nvSpPr>
          <p:spPr>
            <a:xfrm>
              <a:off x="7739402" y="3040394"/>
              <a:ext cx="5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1" name="View.ISO.Edge.BearingBlock_edge_10_segment_57_interval_8_Silhouette.1"/>
            <p:cNvSpPr/>
            <p:nvPr/>
          </p:nvSpPr>
          <p:spPr>
            <a:xfrm>
              <a:off x="7739457" y="3040606"/>
              <a:ext cx="36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2" name="View.ISO.Edge.BearingBlock_edge_10_segment_57_interval_9_Silhouette.1"/>
            <p:cNvSpPr/>
            <p:nvPr/>
          </p:nvSpPr>
          <p:spPr>
            <a:xfrm>
              <a:off x="7739479" y="3040693"/>
              <a:ext cx="129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3" name="View.ISO.Edge.BearingBlock_edge_10_segment_57_interval_10_Silhouette.1"/>
            <p:cNvSpPr/>
            <p:nvPr/>
          </p:nvSpPr>
          <p:spPr>
            <a:xfrm>
              <a:off x="7739608" y="3041196"/>
              <a:ext cx="62" cy="2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4" name="View.ISO.Edge.BearingBlock_edge_10_segment_57_interval_11_Silhouette.1"/>
            <p:cNvSpPr/>
            <p:nvPr/>
          </p:nvSpPr>
          <p:spPr>
            <a:xfrm>
              <a:off x="7739670" y="3041436"/>
              <a:ext cx="144" cy="5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5" name="View.ISO.Edge.BearingBlock_edge_10_segment_57_interval_12_Silhouette.1"/>
            <p:cNvSpPr/>
            <p:nvPr/>
          </p:nvSpPr>
          <p:spPr>
            <a:xfrm>
              <a:off x="7739814" y="3041998"/>
              <a:ext cx="69" cy="2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6" name="View.ISO.Edge.BearingBlock_edge_10_segment_57_interval_13_Silhouette.1"/>
            <p:cNvSpPr/>
            <p:nvPr/>
          </p:nvSpPr>
          <p:spPr>
            <a:xfrm>
              <a:off x="7739883" y="3042267"/>
              <a:ext cx="137" cy="5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7" name="View.ISO.Edge.BearingBlock_edge_10_segment_57_interval_14_Silhouette.1"/>
            <p:cNvSpPr/>
            <p:nvPr/>
          </p:nvSpPr>
          <p:spPr>
            <a:xfrm>
              <a:off x="7740020" y="3042799"/>
              <a:ext cx="77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8" name="View.ISO.Edge.BearingBlock_edge_10_segment_57_interval_15_Silhouette.1"/>
            <p:cNvSpPr/>
            <p:nvPr/>
          </p:nvSpPr>
          <p:spPr>
            <a:xfrm>
              <a:off x="7740097" y="3043098"/>
              <a:ext cx="129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9" name="View.ISO.Edge.BearingBlock_edge_10_segment_57_interval_16_Silhouette.1"/>
            <p:cNvSpPr/>
            <p:nvPr/>
          </p:nvSpPr>
          <p:spPr>
            <a:xfrm>
              <a:off x="7740226" y="3043601"/>
              <a:ext cx="84" cy="3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0" name="View.ISO.Edge.BearingBlock_edge_10_segment_57_interval_17_Silhouette.1"/>
            <p:cNvSpPr/>
            <p:nvPr/>
          </p:nvSpPr>
          <p:spPr>
            <a:xfrm>
              <a:off x="7740310" y="3043929"/>
              <a:ext cx="122" cy="4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1" name="View.ISO.Edge.BearingBlock_edge_10_segment_57_interval_18_Silhouette.1"/>
            <p:cNvSpPr/>
            <p:nvPr/>
          </p:nvSpPr>
          <p:spPr>
            <a:xfrm>
              <a:off x="7740432" y="3044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2" name="View.ISO.Edge.BearingBlock_edge_10_segment_57_interval_19_Silhouette.1"/>
            <p:cNvSpPr/>
            <p:nvPr/>
          </p:nvSpPr>
          <p:spPr>
            <a:xfrm>
              <a:off x="7740438" y="3044424"/>
              <a:ext cx="86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3" name="View.ISO.Edge.BearingBlock_edge_10_segment_57_interval_20_Silhouette.1"/>
            <p:cNvSpPr/>
            <p:nvPr/>
          </p:nvSpPr>
          <p:spPr>
            <a:xfrm>
              <a:off x="7740524" y="3044759"/>
              <a:ext cx="114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4" name="View.ISO.Edge.BearingBlock_edge_10_segment_57_interval_21_Silhouette.1"/>
            <p:cNvSpPr/>
            <p:nvPr/>
          </p:nvSpPr>
          <p:spPr>
            <a:xfrm>
              <a:off x="7740638" y="3045204"/>
              <a:ext cx="99" cy="3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5" name="View.ISO.Edge.BearingBlock_edge_10_segment_57_interval_22_Silhouette.1"/>
            <p:cNvSpPr/>
            <p:nvPr/>
          </p:nvSpPr>
          <p:spPr>
            <a:xfrm>
              <a:off x="7740737" y="3045590"/>
              <a:ext cx="107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6" name="View.ISO.Edge.BearingBlock_edge_10_segment_57_interval_23_Silhouette.1"/>
            <p:cNvSpPr/>
            <p:nvPr/>
          </p:nvSpPr>
          <p:spPr>
            <a:xfrm>
              <a:off x="7740844" y="3046006"/>
              <a:ext cx="10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7" name="View.ISO.Edge.BearingBlock_edge_10_segment_57_interval_24_Silhouette.1"/>
            <p:cNvSpPr/>
            <p:nvPr/>
          </p:nvSpPr>
          <p:spPr>
            <a:xfrm>
              <a:off x="7740951" y="3046421"/>
              <a:ext cx="99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8" name="View.ISO.Edge.BearingBlock_edge_10_segment_57_interval_25_Silhouette.1"/>
            <p:cNvSpPr/>
            <p:nvPr/>
          </p:nvSpPr>
          <p:spPr>
            <a:xfrm>
              <a:off x="7741050" y="3046808"/>
              <a:ext cx="114" cy="4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9" name="View.ISO.Edge.BearingBlock_edge_10_segment_57_interval_26_Silhouette.1"/>
            <p:cNvSpPr/>
            <p:nvPr/>
          </p:nvSpPr>
          <p:spPr>
            <a:xfrm>
              <a:off x="7741164" y="3047251"/>
              <a:ext cx="62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0" name="View.ISO.Edge.BearingBlock_edge_10_segment_58_interval_0_Silhouette.1"/>
            <p:cNvSpPr/>
            <p:nvPr/>
          </p:nvSpPr>
          <p:spPr>
            <a:xfrm>
              <a:off x="7741226" y="3047494"/>
              <a:ext cx="36" cy="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1" name="View.ISO.Edge.BearingBlock_edge_10_segment_58_interval_1_Silhouette.1"/>
            <p:cNvSpPr/>
            <p:nvPr/>
          </p:nvSpPr>
          <p:spPr>
            <a:xfrm>
              <a:off x="7741263" y="3047578"/>
              <a:ext cx="124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2" name="View.ISO.Edge.BearingBlock_edge_10_segment_58_interval_2_Silhouette.1"/>
            <p:cNvSpPr/>
            <p:nvPr/>
          </p:nvSpPr>
          <p:spPr>
            <a:xfrm>
              <a:off x="7741387" y="3047863"/>
              <a:ext cx="36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3" name="View.ISO.Edge.BearingBlock_edge_10_segment_58_interval_3_Silhouette.1"/>
            <p:cNvSpPr/>
            <p:nvPr/>
          </p:nvSpPr>
          <p:spPr>
            <a:xfrm>
              <a:off x="7741413" y="3047925"/>
              <a:ext cx="102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4" name="View.ISO.Edge.BearingBlock_edge_10_segment_58_interval_4_Silhouette.1"/>
            <p:cNvSpPr/>
            <p:nvPr/>
          </p:nvSpPr>
          <p:spPr>
            <a:xfrm>
              <a:off x="7741515" y="3048161"/>
              <a:ext cx="162" cy="3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5" name="View.ISO.Edge.BearingBlock_edge_10_segment_58_interval_5_Silhouette.1"/>
            <p:cNvSpPr/>
            <p:nvPr/>
          </p:nvSpPr>
          <p:spPr>
            <a:xfrm>
              <a:off x="7741677" y="3048534"/>
              <a:ext cx="91" cy="2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6" name="View.ISO.Edge.BearingBlock_edge_10_segment_58_interval_6_Silhouette.1"/>
            <p:cNvSpPr/>
            <p:nvPr/>
          </p:nvSpPr>
          <p:spPr>
            <a:xfrm>
              <a:off x="7741768" y="3048743"/>
              <a:ext cx="120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7" name="View.ISO.Edge.BearingBlock_edge_10_segment_58_interval_7_Silhouette.1"/>
            <p:cNvSpPr/>
            <p:nvPr/>
          </p:nvSpPr>
          <p:spPr>
            <a:xfrm>
              <a:off x="7741888" y="3049020"/>
              <a:ext cx="53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8" name="View.ISO.Edge.BearingBlock_edge_10_segment_58_interval_8_Silhouette.1"/>
            <p:cNvSpPr/>
            <p:nvPr/>
          </p:nvSpPr>
          <p:spPr>
            <a:xfrm>
              <a:off x="7741941" y="3049142"/>
              <a:ext cx="80" cy="1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9" name="View.ISO.Edge.BearingBlock_edge_10_segment_58_interval_9_Silhouette.1"/>
            <p:cNvSpPr/>
            <p:nvPr/>
          </p:nvSpPr>
          <p:spPr>
            <a:xfrm>
              <a:off x="7742021" y="3049326"/>
              <a:ext cx="108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0" name="View.ISO.Edge.BearingBlock_edge_10_segment_58_interval_10_Silhouette.1"/>
            <p:cNvSpPr/>
            <p:nvPr/>
          </p:nvSpPr>
          <p:spPr>
            <a:xfrm>
              <a:off x="7742129" y="3049574"/>
              <a:ext cx="77" cy="1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1" name="View.ISO.Edge.BearingBlock_edge_10_segment_58_interval_11_Silhouette.1"/>
            <p:cNvSpPr/>
            <p:nvPr/>
          </p:nvSpPr>
          <p:spPr>
            <a:xfrm>
              <a:off x="7742205" y="3049751"/>
              <a:ext cx="68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2" name="View.ISO.Edge.BearingBlock_edge_10_segment_58_interval_12_Silhouette.1"/>
            <p:cNvSpPr/>
            <p:nvPr/>
          </p:nvSpPr>
          <p:spPr>
            <a:xfrm>
              <a:off x="7742274" y="3049908"/>
              <a:ext cx="196" cy="4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3" name="View.ISO.Edge.BearingBlock_edge_10_segment_58_interval_13_Silhouette.1"/>
            <p:cNvSpPr/>
            <p:nvPr/>
          </p:nvSpPr>
          <p:spPr>
            <a:xfrm>
              <a:off x="7742470" y="3050360"/>
              <a:ext cx="57" cy="1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4" name="View.ISO.Edge.BearingBlock_edge_10_segment_58_interval_14_Silhouette.1"/>
            <p:cNvSpPr/>
            <p:nvPr/>
          </p:nvSpPr>
          <p:spPr>
            <a:xfrm>
              <a:off x="7742526" y="3050491"/>
              <a:ext cx="207" cy="4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5" name="View.ISO.Edge.BearingBlock_edge_10_segment_58_interval_15_Silhouette.1"/>
            <p:cNvSpPr/>
            <p:nvPr/>
          </p:nvSpPr>
          <p:spPr>
            <a:xfrm>
              <a:off x="7742734" y="305096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6" name="View.ISO.Edge.BearingBlock_edge_10_segment_58_interval_16_Silhouette.1"/>
            <p:cNvSpPr/>
            <p:nvPr/>
          </p:nvSpPr>
          <p:spPr>
            <a:xfrm>
              <a:off x="7742738" y="3050978"/>
              <a:ext cx="42" cy="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7" name="View.ISO.Edge.BearingBlock_edge_10_segment_58_interval_17_Silhouette.1"/>
            <p:cNvSpPr/>
            <p:nvPr/>
          </p:nvSpPr>
          <p:spPr>
            <a:xfrm>
              <a:off x="7742779" y="3051073"/>
              <a:ext cx="92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8" name="View.ISO.Edge.BearingBlock_edge_10_segment_58_interval_18_Silhouette.1"/>
            <p:cNvSpPr/>
            <p:nvPr/>
          </p:nvSpPr>
          <p:spPr>
            <a:xfrm>
              <a:off x="7742871" y="3051285"/>
              <a:ext cx="126" cy="2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9" name="View.ISO.Edge.BearingBlock_edge_10_segment_58_interval_19_Silhouette.1"/>
            <p:cNvSpPr/>
            <p:nvPr/>
          </p:nvSpPr>
          <p:spPr>
            <a:xfrm>
              <a:off x="7742998" y="3051577"/>
              <a:ext cx="36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0" name="View.ISO.Edge.BearingBlock_edge_10_segment_58_interval_20_Silhouette.1"/>
            <p:cNvSpPr/>
            <p:nvPr/>
          </p:nvSpPr>
          <p:spPr>
            <a:xfrm>
              <a:off x="7743032" y="3051656"/>
              <a:ext cx="230" cy="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1" name="View.ISO.Edge.BearingBlock_edge_10_segment_58_interval_21_Silhouette.1"/>
            <p:cNvSpPr/>
            <p:nvPr/>
          </p:nvSpPr>
          <p:spPr>
            <a:xfrm>
              <a:off x="7743262" y="3052186"/>
              <a:ext cx="36" cy="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2" name="View.ISO.Edge.BearingBlock_edge_10_segment_58_interval_22_Silhouette.1"/>
            <p:cNvSpPr/>
            <p:nvPr/>
          </p:nvSpPr>
          <p:spPr>
            <a:xfrm>
              <a:off x="7743285" y="3052239"/>
              <a:ext cx="241" cy="5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3" name="View.ISO.Edge.BearingBlock_edge_10_segment_58_interval_23_Silhouette.1"/>
            <p:cNvSpPr/>
            <p:nvPr/>
          </p:nvSpPr>
          <p:spPr>
            <a:xfrm>
              <a:off x="7743526" y="305279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4" name="View.ISO.Edge.BearingBlock_edge_10_segment_58_interval_24_Silhouette.1"/>
            <p:cNvSpPr/>
            <p:nvPr/>
          </p:nvSpPr>
          <p:spPr>
            <a:xfrm>
              <a:off x="7743537" y="3052821"/>
              <a:ext cx="49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5" name="View.ISO.Edge.BearingBlock_edge_10_segment_58_interval_25_Silhouette.1"/>
            <p:cNvSpPr/>
            <p:nvPr/>
          </p:nvSpPr>
          <p:spPr>
            <a:xfrm>
              <a:off x="7743587" y="3052935"/>
              <a:ext cx="203" cy="4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6" name="View.ISO.Edge.BearingBlock_edge_10_segment_58_interval_26_Silhouette.1"/>
            <p:cNvSpPr/>
            <p:nvPr/>
          </p:nvSpPr>
          <p:spPr>
            <a:xfrm>
              <a:off x="7743790" y="3053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7" name="View.ISO.Edge.BearingBlock_edge_10_segment_58_interval_27_Silhouette.1"/>
            <p:cNvSpPr/>
            <p:nvPr/>
          </p:nvSpPr>
          <p:spPr>
            <a:xfrm>
              <a:off x="7743790" y="305340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8" name="View.ISO.Edge.BearingBlock_edge_10_segment_58_interval_28_Silhouette.1"/>
            <p:cNvSpPr/>
            <p:nvPr/>
          </p:nvSpPr>
          <p:spPr>
            <a:xfrm>
              <a:off x="7743798" y="3053423"/>
              <a:ext cx="450" cy="10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9" name="View.ISO.Edge.BearingBlock_edge_10_segment_58_interval_29_Silhouette.1"/>
            <p:cNvSpPr/>
            <p:nvPr/>
          </p:nvSpPr>
          <p:spPr>
            <a:xfrm>
              <a:off x="7744248" y="305445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0" name="View.ISO.Edge.BearingBlock_edge_10_segment_58_interval_30_Silhouette.1"/>
            <p:cNvSpPr/>
            <p:nvPr/>
          </p:nvSpPr>
          <p:spPr>
            <a:xfrm>
              <a:off x="7744260" y="3054488"/>
              <a:ext cx="36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1" name="View.ISO.Edge.BearingBlock_edge_10_segment_58_interval_31_Silhouette.1"/>
            <p:cNvSpPr/>
            <p:nvPr/>
          </p:nvSpPr>
          <p:spPr>
            <a:xfrm>
              <a:off x="7744282" y="3054537"/>
              <a:ext cx="61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2" name="View.ISO.Edge.BearingBlock_edge_10_segment_58_interval_32_Silhouette.1"/>
            <p:cNvSpPr/>
            <p:nvPr/>
          </p:nvSpPr>
          <p:spPr>
            <a:xfrm>
              <a:off x="7744343" y="3054678"/>
              <a:ext cx="370" cy="8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3" name="View.ISO.Edge.BearingBlock_edge_10_segment_58_interval_33_Silhouette.1"/>
            <p:cNvSpPr/>
            <p:nvPr/>
          </p:nvSpPr>
          <p:spPr>
            <a:xfrm>
              <a:off x="7744713" y="3055530"/>
              <a:ext cx="36" cy="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4" name="View.ISO.Edge.BearingBlock_edge_10_segment_58_interval_34_Silhouette.1"/>
            <p:cNvSpPr/>
            <p:nvPr/>
          </p:nvSpPr>
          <p:spPr>
            <a:xfrm>
              <a:off x="7744738" y="3055589"/>
              <a:ext cx="440" cy="10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5" name="View.ISO.Edge.BearingBlock_edge_10_segment_58_interval_35_Silhouette.1"/>
            <p:cNvSpPr/>
            <p:nvPr/>
          </p:nvSpPr>
          <p:spPr>
            <a:xfrm>
              <a:off x="7745178" y="3056602"/>
              <a:ext cx="38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6" name="View.ISO.Edge.BearingBlock_edge_10_segment_58_interval_36_Silhouette.1"/>
            <p:cNvSpPr/>
            <p:nvPr/>
          </p:nvSpPr>
          <p:spPr>
            <a:xfrm>
              <a:off x="7745216" y="3056689"/>
              <a:ext cx="138" cy="3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7" name="View.ISO.Edge.BearingBlock_edge_10_segment_59_interval_0_Silhouette.1"/>
            <p:cNvSpPr/>
            <p:nvPr/>
          </p:nvSpPr>
          <p:spPr>
            <a:xfrm>
              <a:off x="7745354" y="3057008"/>
              <a:ext cx="353" cy="5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8" name="View.ISO.Edge.BearingBlock_edge_10_segment_59_interval_1_Silhouette.1"/>
            <p:cNvSpPr/>
            <p:nvPr/>
          </p:nvSpPr>
          <p:spPr>
            <a:xfrm>
              <a:off x="7745707" y="3057577"/>
              <a:ext cx="65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9" name="View.ISO.Edge.BearingBlock_edge_10_segment_59_interval_2_Silhouette.1"/>
            <p:cNvSpPr/>
            <p:nvPr/>
          </p:nvSpPr>
          <p:spPr>
            <a:xfrm>
              <a:off x="7745771" y="3057682"/>
              <a:ext cx="503" cy="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0" name="View.ISO.Edge.BearingBlock_edge_10_segment_59_interval_3_Silhouette.1"/>
            <p:cNvSpPr/>
            <p:nvPr/>
          </p:nvSpPr>
          <p:spPr>
            <a:xfrm>
              <a:off x="7746275" y="3058494"/>
              <a:ext cx="84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1" name="View.ISO.Edge.BearingBlock_edge_10_segment_59_interval_4_Silhouette.1"/>
            <p:cNvSpPr/>
            <p:nvPr/>
          </p:nvSpPr>
          <p:spPr>
            <a:xfrm>
              <a:off x="7746359" y="3058630"/>
              <a:ext cx="484" cy="7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2" name="View.ISO.Edge.BearingBlock_edge_10_segment_59_interval_5_Silhouette.1"/>
            <p:cNvSpPr/>
            <p:nvPr/>
          </p:nvSpPr>
          <p:spPr>
            <a:xfrm>
              <a:off x="7746843" y="3059411"/>
              <a:ext cx="103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3" name="View.ISO.Edge.BearingBlock_edge_10_segment_59_interval_6_Silhouette.1"/>
            <p:cNvSpPr/>
            <p:nvPr/>
          </p:nvSpPr>
          <p:spPr>
            <a:xfrm>
              <a:off x="7746946" y="3059577"/>
              <a:ext cx="465" cy="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4" name="View.ISO.Edge.BearingBlock_edge_10_segment_59_interval_7_Silhouette.1"/>
            <p:cNvSpPr/>
            <p:nvPr/>
          </p:nvSpPr>
          <p:spPr>
            <a:xfrm>
              <a:off x="7747411" y="3060327"/>
              <a:ext cx="123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5" name="View.ISO.Edge.BearingBlock_edge_10_segment_59_interval_8_Silhouette.1"/>
            <p:cNvSpPr/>
            <p:nvPr/>
          </p:nvSpPr>
          <p:spPr>
            <a:xfrm>
              <a:off x="7747534" y="3060525"/>
              <a:ext cx="445" cy="7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6" name="View.ISO.Edge.BearingBlock_edge_10_segment_59_interval_9_Silhouette.1"/>
            <p:cNvSpPr/>
            <p:nvPr/>
          </p:nvSpPr>
          <p:spPr>
            <a:xfrm>
              <a:off x="7747979" y="3061244"/>
              <a:ext cx="142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7" name="View.ISO.Edge.BearingBlock_edge_10_segment_59_interval_10_Silhouette.1"/>
            <p:cNvSpPr/>
            <p:nvPr/>
          </p:nvSpPr>
          <p:spPr>
            <a:xfrm>
              <a:off x="7748121" y="3061473"/>
              <a:ext cx="426" cy="6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8" name="View.ISO.Edge.BearingBlock_edge_10_segment_59_interval_11_Silhouette.1"/>
            <p:cNvSpPr/>
            <p:nvPr/>
          </p:nvSpPr>
          <p:spPr>
            <a:xfrm>
              <a:off x="7748547" y="3062161"/>
              <a:ext cx="161" cy="2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9" name="View.ISO.Edge.BearingBlock_edge_10_segment_59_interval_12_Silhouette.1"/>
            <p:cNvSpPr/>
            <p:nvPr/>
          </p:nvSpPr>
          <p:spPr>
            <a:xfrm>
              <a:off x="7748709" y="3062421"/>
              <a:ext cx="240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0" name="View.ISO.Edge.BearingBlock_edge_10_segment_59_interval_13_Silhouette.1"/>
            <p:cNvSpPr/>
            <p:nvPr/>
          </p:nvSpPr>
          <p:spPr>
            <a:xfrm>
              <a:off x="7748949" y="3062809"/>
              <a:ext cx="166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1" name="View.ISO.Edge.BearingBlock_edge_10_segment_59_interval_14_Silhouette.1"/>
            <p:cNvSpPr/>
            <p:nvPr/>
          </p:nvSpPr>
          <p:spPr>
            <a:xfrm>
              <a:off x="7749115" y="3063077"/>
              <a:ext cx="181" cy="2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2" name="View.ISO.Edge.BearingBlock_edge_10_segment_59_interval_15_Silhouette.1"/>
            <p:cNvSpPr/>
            <p:nvPr/>
          </p:nvSpPr>
          <p:spPr>
            <a:xfrm>
              <a:off x="7749296" y="3063369"/>
              <a:ext cx="388" cy="6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3" name="View.ISO.Edge.BearingBlock_edge_10_segment_59_interval_16_Silhouette.1"/>
            <p:cNvSpPr/>
            <p:nvPr/>
          </p:nvSpPr>
          <p:spPr>
            <a:xfrm>
              <a:off x="7749684" y="3063994"/>
              <a:ext cx="200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4" name="View.ISO.Edge.BearingBlock_edge_10_segment_59_interval_17_Silhouette.1"/>
            <p:cNvSpPr/>
            <p:nvPr/>
          </p:nvSpPr>
          <p:spPr>
            <a:xfrm>
              <a:off x="7749884" y="3064317"/>
              <a:ext cx="368" cy="5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5" name="View.ISO.Edge.BearingBlock_edge_10_segment_59_interval_18_Silhouette.1"/>
            <p:cNvSpPr/>
            <p:nvPr/>
          </p:nvSpPr>
          <p:spPr>
            <a:xfrm>
              <a:off x="7750252" y="3064911"/>
              <a:ext cx="219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6" name="View.ISO.Edge.BearingBlock_edge_10_segment_59_interval_19_Silhouette.1"/>
            <p:cNvSpPr/>
            <p:nvPr/>
          </p:nvSpPr>
          <p:spPr>
            <a:xfrm>
              <a:off x="7750471" y="3065265"/>
              <a:ext cx="349" cy="5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7" name="View.ISO.Edge.BearingBlock_edge_10_segment_59_interval_20_Silhouette.1"/>
            <p:cNvSpPr/>
            <p:nvPr/>
          </p:nvSpPr>
          <p:spPr>
            <a:xfrm>
              <a:off x="7750820" y="3065828"/>
              <a:ext cx="239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8" name="View.ISO.Edge.BearingBlock_edge_10_segment_59_interval_21_Silhouette.1"/>
            <p:cNvSpPr/>
            <p:nvPr/>
          </p:nvSpPr>
          <p:spPr>
            <a:xfrm>
              <a:off x="7751058" y="30662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9" name="View.ISO.Edge.BearingBlock_edge_10_segment_60_interval_0_Silhouette.1"/>
            <p:cNvSpPr/>
            <p:nvPr/>
          </p:nvSpPr>
          <p:spPr>
            <a:xfrm>
              <a:off x="7751077" y="3066242"/>
              <a:ext cx="35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0" name="View.ISO.Edge.BearingBlock_edge_10_segment_60_interval_1_Silhouette.1"/>
            <p:cNvSpPr/>
            <p:nvPr/>
          </p:nvSpPr>
          <p:spPr>
            <a:xfrm>
              <a:off x="7751433" y="3066677"/>
              <a:ext cx="298" cy="3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1" name="View.ISO.Edge.BearingBlock_edge_10_segment_60_interval_2_Silhouette.1"/>
            <p:cNvSpPr/>
            <p:nvPr/>
          </p:nvSpPr>
          <p:spPr>
            <a:xfrm>
              <a:off x="7751731" y="3067041"/>
              <a:ext cx="352" cy="4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2" name="View.ISO.Edge.BearingBlock_edge_10_segment_60_interval_3_Silhouette.1"/>
            <p:cNvSpPr/>
            <p:nvPr/>
          </p:nvSpPr>
          <p:spPr>
            <a:xfrm>
              <a:off x="7752083" y="3067471"/>
              <a:ext cx="324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3" name="View.ISO.Edge.BearingBlock_edge_10_segment_60_interval_4_Silhouette.1"/>
            <p:cNvSpPr/>
            <p:nvPr/>
          </p:nvSpPr>
          <p:spPr>
            <a:xfrm>
              <a:off x="7752407" y="3067866"/>
              <a:ext cx="327" cy="3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4" name="View.ISO.Edge.BearingBlock_edge_10_segment_60_interval_5_Silhouette.1"/>
            <p:cNvSpPr/>
            <p:nvPr/>
          </p:nvSpPr>
          <p:spPr>
            <a:xfrm>
              <a:off x="7752734" y="3068265"/>
              <a:ext cx="349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5" name="View.ISO.Edge.BearingBlock_edge_10_segment_60_interval_6_Silhouette.1"/>
            <p:cNvSpPr/>
            <p:nvPr/>
          </p:nvSpPr>
          <p:spPr>
            <a:xfrm>
              <a:off x="7753083" y="3068691"/>
              <a:ext cx="301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6" name="View.ISO.Edge.BearingBlock_edge_10_segment_60_interval_7_Silhouette.1"/>
            <p:cNvSpPr/>
            <p:nvPr/>
          </p:nvSpPr>
          <p:spPr>
            <a:xfrm>
              <a:off x="7753384" y="3069059"/>
              <a:ext cx="375" cy="4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7" name="View.ISO.Edge.BearingBlock_edge_10_segment_60_interval_8_Silhouette.1"/>
            <p:cNvSpPr/>
            <p:nvPr/>
          </p:nvSpPr>
          <p:spPr>
            <a:xfrm>
              <a:off x="7753759" y="30695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8" name="View.ISO.Edge.BearingBlock_edge_10_segment_60_interval_9_Silhouette.1"/>
            <p:cNvSpPr/>
            <p:nvPr/>
          </p:nvSpPr>
          <p:spPr>
            <a:xfrm>
              <a:off x="7753777" y="3069538"/>
              <a:ext cx="257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9" name="View.ISO.Edge.BearingBlock_edge_10_segment_60_interval_10_Silhouette.1"/>
            <p:cNvSpPr/>
            <p:nvPr/>
          </p:nvSpPr>
          <p:spPr>
            <a:xfrm>
              <a:off x="7754034" y="3069852"/>
              <a:ext cx="400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0" name="View.ISO.Edge.BearingBlock_edge_10_segment_60_interval_11_Silhouette.1"/>
            <p:cNvSpPr/>
            <p:nvPr/>
          </p:nvSpPr>
          <p:spPr>
            <a:xfrm>
              <a:off x="7754434" y="3070341"/>
              <a:ext cx="250" cy="3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1" name="View.ISO.Edge.BearingBlock_edge_10_segment_60_interval_12_Silhouette.1"/>
            <p:cNvSpPr/>
            <p:nvPr/>
          </p:nvSpPr>
          <p:spPr>
            <a:xfrm>
              <a:off x="7754685" y="3070646"/>
              <a:ext cx="425" cy="5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2" name="View.ISO.Edge.BearingBlock_edge_10_segment_60_interval_13_Silhouette.1"/>
            <p:cNvSpPr/>
            <p:nvPr/>
          </p:nvSpPr>
          <p:spPr>
            <a:xfrm>
              <a:off x="7755110" y="3071166"/>
              <a:ext cx="225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3" name="View.ISO.Edge.BearingBlock_edge_10_segment_60_interval_14_Silhouette.1"/>
            <p:cNvSpPr/>
            <p:nvPr/>
          </p:nvSpPr>
          <p:spPr>
            <a:xfrm>
              <a:off x="7755335" y="3071440"/>
              <a:ext cx="451" cy="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4" name="View.ISO.Edge.BearingBlock_edge_10_segment_60_interval_15_Silhouette.1"/>
            <p:cNvSpPr/>
            <p:nvPr/>
          </p:nvSpPr>
          <p:spPr>
            <a:xfrm>
              <a:off x="7755786" y="3071990"/>
              <a:ext cx="200" cy="2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5" name="View.ISO.Edge.BearingBlock_edge_10_segment_60_interval_16_Silhouette.1"/>
            <p:cNvSpPr/>
            <p:nvPr/>
          </p:nvSpPr>
          <p:spPr>
            <a:xfrm>
              <a:off x="7755985" y="3072234"/>
              <a:ext cx="476" cy="5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6" name="View.ISO.Edge.BearingBlock_edge_10_segment_60_interval_17_Silhouette.1"/>
            <p:cNvSpPr/>
            <p:nvPr/>
          </p:nvSpPr>
          <p:spPr>
            <a:xfrm>
              <a:off x="7756461" y="307281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7" name="View.ISO.Edge.BearingBlock_edge_10_segment_60_interval_18_Silhouette.1"/>
            <p:cNvSpPr/>
            <p:nvPr/>
          </p:nvSpPr>
          <p:spPr>
            <a:xfrm>
              <a:off x="7756491" y="3072852"/>
              <a:ext cx="144" cy="1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8" name="View.ISO.Edge.BearingBlock_edge_10_segment_60_interval_19_Silhouette.1"/>
            <p:cNvSpPr/>
            <p:nvPr/>
          </p:nvSpPr>
          <p:spPr>
            <a:xfrm>
              <a:off x="7756636" y="3073028"/>
              <a:ext cx="502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9" name="View.ISO.Edge.BearingBlock_edge_10_segment_60_interval_20_Silhouette.1"/>
            <p:cNvSpPr/>
            <p:nvPr/>
          </p:nvSpPr>
          <p:spPr>
            <a:xfrm>
              <a:off x="7757137" y="3073640"/>
              <a:ext cx="149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0" name="View.ISO.Edge.BearingBlock_edge_10_segment_60_interval_21_Silhouette.1"/>
            <p:cNvSpPr/>
            <p:nvPr/>
          </p:nvSpPr>
          <p:spPr>
            <a:xfrm>
              <a:off x="7757286" y="3073822"/>
              <a:ext cx="527" cy="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1" name="View.ISO.Edge.BearingBlock_edge_10_segment_60_interval_22_Silhouette.1"/>
            <p:cNvSpPr/>
            <p:nvPr/>
          </p:nvSpPr>
          <p:spPr>
            <a:xfrm>
              <a:off x="7757813" y="3074465"/>
              <a:ext cx="123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2" name="View.ISO.Edge.BearingBlock_edge_10_segment_60_interval_23_Silhouette.1"/>
            <p:cNvSpPr/>
            <p:nvPr/>
          </p:nvSpPr>
          <p:spPr>
            <a:xfrm>
              <a:off x="7757936" y="3074615"/>
              <a:ext cx="404" cy="4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3" name="View.ISO.Edge.BearingBlock_edge_10_segment_61_interval_0_Silhouette.1"/>
            <p:cNvSpPr/>
            <p:nvPr/>
          </p:nvSpPr>
          <p:spPr>
            <a:xfrm>
              <a:off x="7758340" y="3075108"/>
              <a:ext cx="165" cy="1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4" name="View.ISO.Edge.BearingBlock_edge_10_segment_61_interval_1_Silhouette.1"/>
            <p:cNvSpPr/>
            <p:nvPr/>
          </p:nvSpPr>
          <p:spPr>
            <a:xfrm>
              <a:off x="7758505" y="3075267"/>
              <a:ext cx="10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5" name="View.ISO.Edge.BearingBlock_edge_10_segment_61_interval_2_Silhouette.1"/>
            <p:cNvSpPr/>
            <p:nvPr/>
          </p:nvSpPr>
          <p:spPr>
            <a:xfrm>
              <a:off x="7758612" y="3075371"/>
              <a:ext cx="642" cy="6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6" name="View.ISO.Edge.BearingBlock_edge_10_segment_61_interval_3_Silhouette.1"/>
            <p:cNvSpPr/>
            <p:nvPr/>
          </p:nvSpPr>
          <p:spPr>
            <a:xfrm>
              <a:off x="7759254" y="3075989"/>
              <a:ext cx="76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7" name="View.ISO.Edge.BearingBlock_edge_10_segment_61_interval_4_Silhouette.1"/>
            <p:cNvSpPr/>
            <p:nvPr/>
          </p:nvSpPr>
          <p:spPr>
            <a:xfrm>
              <a:off x="7759331" y="3076063"/>
              <a:ext cx="673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8" name="View.ISO.Edge.BearingBlock_edge_10_segment_61_interval_5_Silhouette.1"/>
            <p:cNvSpPr/>
            <p:nvPr/>
          </p:nvSpPr>
          <p:spPr>
            <a:xfrm>
              <a:off x="7760004" y="3076711"/>
              <a:ext cx="45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9" name="View.ISO.Edge.BearingBlock_edge_10_segment_61_interval_6_Silhouette.1"/>
            <p:cNvSpPr/>
            <p:nvPr/>
          </p:nvSpPr>
          <p:spPr>
            <a:xfrm>
              <a:off x="7760049" y="3076755"/>
              <a:ext cx="559" cy="5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0" name="View.ISO.Edge.BearingBlock_edge_10_segment_61_interval_7_Silhouette.1"/>
            <p:cNvSpPr/>
            <p:nvPr/>
          </p:nvSpPr>
          <p:spPr>
            <a:xfrm>
              <a:off x="7760608" y="3077293"/>
              <a:ext cx="146" cy="1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1" name="View.ISO.Edge.BearingBlock_edge_10_segment_61_interval_8_Silhouette.1"/>
            <p:cNvSpPr/>
            <p:nvPr/>
          </p:nvSpPr>
          <p:spPr>
            <a:xfrm>
              <a:off x="7760753" y="307743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2" name="View.ISO.Edge.BearingBlock_edge_10_segment_61_interval_9_Silhouette.1"/>
            <p:cNvSpPr/>
            <p:nvPr/>
          </p:nvSpPr>
          <p:spPr>
            <a:xfrm>
              <a:off x="7760767" y="3077447"/>
              <a:ext cx="324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3" name="View.ISO.Edge.BearingBlock_edge_10_segment_61_interval_10_Silhouette.1"/>
            <p:cNvSpPr/>
            <p:nvPr/>
          </p:nvSpPr>
          <p:spPr>
            <a:xfrm>
              <a:off x="7761091" y="3077758"/>
              <a:ext cx="545" cy="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4" name="View.ISO.Edge.BearingBlock_edge_10_segment_61_interval_11_Silhouette.1"/>
            <p:cNvSpPr/>
            <p:nvPr/>
          </p:nvSpPr>
          <p:spPr>
            <a:xfrm>
              <a:off x="7761636" y="307828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5" name="View.ISO.Edge.BearingBlock_edge_10_segment_61_interval_12_Silhouette.1"/>
            <p:cNvSpPr/>
            <p:nvPr/>
          </p:nvSpPr>
          <p:spPr>
            <a:xfrm>
              <a:off x="7761657" y="3078303"/>
              <a:ext cx="422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6" name="View.ISO.Edge.BearingBlock_edge_10_segment_61_interval_13_Silhouette.1"/>
            <p:cNvSpPr/>
            <p:nvPr/>
          </p:nvSpPr>
          <p:spPr>
            <a:xfrm>
              <a:off x="7762078" y="3078709"/>
              <a:ext cx="432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7" name="View.ISO.Edge.BearingBlock_edge_10_segment_61_interval_14_Silhouette.1"/>
            <p:cNvSpPr/>
            <p:nvPr/>
          </p:nvSpPr>
          <p:spPr>
            <a:xfrm>
              <a:off x="7762511" y="3079126"/>
              <a:ext cx="118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8" name="View.ISO.Edge.BearingBlock_edge_10_segment_61_interval_15_Silhouette.1"/>
            <p:cNvSpPr/>
            <p:nvPr/>
          </p:nvSpPr>
          <p:spPr>
            <a:xfrm>
              <a:off x="7762629" y="3079240"/>
              <a:ext cx="58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9" name="View.ISO.Edge.BearingBlock_edge_10_segment_61_interval_16_Silhouette.1"/>
            <p:cNvSpPr/>
            <p:nvPr/>
          </p:nvSpPr>
          <p:spPr>
            <a:xfrm>
              <a:off x="7762687" y="3079295"/>
              <a:ext cx="935" cy="9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0" name="View.ISO.Edge.BearingBlock_edge_10_segment_61_interval_17_Silhouette.1"/>
            <p:cNvSpPr/>
            <p:nvPr/>
          </p:nvSpPr>
          <p:spPr>
            <a:xfrm>
              <a:off x="7763622" y="3080196"/>
              <a:ext cx="95" cy="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1" name="View.ISO.Edge.BearingBlock_edge_10_segment_61_interval_18_Silhouette.1"/>
            <p:cNvSpPr/>
            <p:nvPr/>
          </p:nvSpPr>
          <p:spPr>
            <a:xfrm>
              <a:off x="7763716" y="3080287"/>
              <a:ext cx="898" cy="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2" name="View.ISO.Edge.BearingBlock_edge_10_segment_61_interval_19_Silhouette.1"/>
            <p:cNvSpPr/>
            <p:nvPr/>
          </p:nvSpPr>
          <p:spPr>
            <a:xfrm>
              <a:off x="7764614" y="3081152"/>
              <a:ext cx="132" cy="1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3" name="View.ISO.Edge.BearingBlock_edge_10_segment_61_interval_20_Silhouette.1"/>
            <p:cNvSpPr/>
            <p:nvPr/>
          </p:nvSpPr>
          <p:spPr>
            <a:xfrm>
              <a:off x="7764746" y="3081279"/>
              <a:ext cx="861" cy="8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4" name="View.ISO.Edge.BearingBlock_edge_10_segment_61_interval_21_Silhouette.1"/>
            <p:cNvSpPr/>
            <p:nvPr/>
          </p:nvSpPr>
          <p:spPr>
            <a:xfrm>
              <a:off x="7765607" y="3082108"/>
              <a:ext cx="169" cy="1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5" name="View.ISO.Edge.BearingBlock_edge_10_segment_61_interval_22_Silhouette.1"/>
            <p:cNvSpPr/>
            <p:nvPr/>
          </p:nvSpPr>
          <p:spPr>
            <a:xfrm>
              <a:off x="7765776" y="3082271"/>
              <a:ext cx="824" cy="7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6" name="View.ISO.Edge.BearingBlock_edge_10_segment_61_interval_23_Silhouette.1"/>
            <p:cNvSpPr/>
            <p:nvPr/>
          </p:nvSpPr>
          <p:spPr>
            <a:xfrm>
              <a:off x="7766599" y="3083064"/>
              <a:ext cx="206" cy="1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7" name="View.ISO.Edge.BearingBlock_edge_10_segment_61_interval_24_Silhouette.1"/>
            <p:cNvSpPr/>
            <p:nvPr/>
          </p:nvSpPr>
          <p:spPr>
            <a:xfrm>
              <a:off x="7766806" y="3083263"/>
              <a:ext cx="267" cy="2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8" name="View.ISO.Edge.BearingBlock_edge_10_segment_62_interval_0_Silhouette.1"/>
            <p:cNvSpPr/>
            <p:nvPr/>
          </p:nvSpPr>
          <p:spPr>
            <a:xfrm>
              <a:off x="7767073" y="3083520"/>
              <a:ext cx="579" cy="4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9" name="View.ISO.Edge.BearingBlock_edge_10_segment_62_interval_1_Silhouette.1"/>
            <p:cNvSpPr/>
            <p:nvPr/>
          </p:nvSpPr>
          <p:spPr>
            <a:xfrm>
              <a:off x="7767652" y="3083971"/>
              <a:ext cx="275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0" name="View.ISO.Edge.BearingBlock_edge_10_segment_62_interval_2_Silhouette.1"/>
            <p:cNvSpPr/>
            <p:nvPr/>
          </p:nvSpPr>
          <p:spPr>
            <a:xfrm>
              <a:off x="7767927" y="3084185"/>
              <a:ext cx="832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1" name="View.ISO.Edge.BearingBlock_edge_10_segment_62_interval_3_Silhouette.1"/>
            <p:cNvSpPr/>
            <p:nvPr/>
          </p:nvSpPr>
          <p:spPr>
            <a:xfrm>
              <a:off x="7768760" y="3084833"/>
              <a:ext cx="322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2" name="View.ISO.Edge.BearingBlock_edge_10_segment_62_interval_4_Silhouette.1"/>
            <p:cNvSpPr/>
            <p:nvPr/>
          </p:nvSpPr>
          <p:spPr>
            <a:xfrm>
              <a:off x="7769081" y="3085084"/>
              <a:ext cx="786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3" name="View.ISO.Edge.BearingBlock_edge_10_segment_62_interval_5_Silhouette.1"/>
            <p:cNvSpPr/>
            <p:nvPr/>
          </p:nvSpPr>
          <p:spPr>
            <a:xfrm>
              <a:off x="7769867" y="3085696"/>
              <a:ext cx="368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4" name="View.ISO.Edge.BearingBlock_edge_10_segment_62_interval_6_Silhouette.1"/>
            <p:cNvSpPr/>
            <p:nvPr/>
          </p:nvSpPr>
          <p:spPr>
            <a:xfrm>
              <a:off x="7770235" y="3085982"/>
              <a:ext cx="739" cy="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5" name="View.ISO.Edge.BearingBlock_edge_10_segment_62_interval_7_Silhouette.1"/>
            <p:cNvSpPr/>
            <p:nvPr/>
          </p:nvSpPr>
          <p:spPr>
            <a:xfrm>
              <a:off x="7770975" y="3086558"/>
              <a:ext cx="415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6" name="View.ISO.Edge.BearingBlock_edge_10_segment_62_interval_8_Silhouette.1"/>
            <p:cNvSpPr/>
            <p:nvPr/>
          </p:nvSpPr>
          <p:spPr>
            <a:xfrm>
              <a:off x="7771389" y="3086881"/>
              <a:ext cx="693" cy="5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7" name="View.ISO.Edge.BearingBlock_edge_10_segment_62_interval_9_Silhouette.1"/>
            <p:cNvSpPr/>
            <p:nvPr/>
          </p:nvSpPr>
          <p:spPr>
            <a:xfrm>
              <a:off x="7772082" y="3087420"/>
              <a:ext cx="461" cy="3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8" name="View.ISO.Edge.BearingBlock_edge_10_segment_62_interval_10_Silhouette.1"/>
            <p:cNvSpPr/>
            <p:nvPr/>
          </p:nvSpPr>
          <p:spPr>
            <a:xfrm>
              <a:off x="7772543" y="3087779"/>
              <a:ext cx="646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9" name="View.ISO.Edge.BearingBlock_edge_10_segment_62_interval_11_Silhouette.1"/>
            <p:cNvSpPr/>
            <p:nvPr/>
          </p:nvSpPr>
          <p:spPr>
            <a:xfrm>
              <a:off x="7773190" y="3088282"/>
              <a:ext cx="508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0" name="View.ISO.Edge.BearingBlock_edge_10_segment_62_interval_12_Silhouette.1"/>
            <p:cNvSpPr/>
            <p:nvPr/>
          </p:nvSpPr>
          <p:spPr>
            <a:xfrm>
              <a:off x="7773697" y="3088677"/>
              <a:ext cx="600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1" name="View.ISO.Edge.BearingBlock_edge_10_segment_62_interval_13_Silhouette.1"/>
            <p:cNvSpPr/>
            <p:nvPr/>
          </p:nvSpPr>
          <p:spPr>
            <a:xfrm>
              <a:off x="7774297" y="3089144"/>
              <a:ext cx="554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2" name="View.ISO.Edge.BearingBlock_edge_10_segment_62_interval_14_Silhouette.1"/>
            <p:cNvSpPr/>
            <p:nvPr/>
          </p:nvSpPr>
          <p:spPr>
            <a:xfrm>
              <a:off x="7774852" y="3089576"/>
              <a:ext cx="554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3" name="View.ISO.Edge.BearingBlock_edge_10_segment_62_interval_15_Silhouette.1"/>
            <p:cNvSpPr/>
            <p:nvPr/>
          </p:nvSpPr>
          <p:spPr>
            <a:xfrm>
              <a:off x="7775405" y="3090007"/>
              <a:ext cx="600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4" name="View.ISO.Edge.BearingBlock_edge_10_segment_62_interval_16_Silhouette.1"/>
            <p:cNvSpPr/>
            <p:nvPr/>
          </p:nvSpPr>
          <p:spPr>
            <a:xfrm>
              <a:off x="7776006" y="3090474"/>
              <a:ext cx="507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5" name="View.ISO.Edge.BearingBlock_edge_10_segment_62_interval_17_Silhouette.1"/>
            <p:cNvSpPr/>
            <p:nvPr/>
          </p:nvSpPr>
          <p:spPr>
            <a:xfrm>
              <a:off x="7776513" y="3090869"/>
              <a:ext cx="647" cy="5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6" name="View.ISO.Edge.BearingBlock_edge_10_segment_62_interval_18_Silhouette.1"/>
            <p:cNvSpPr/>
            <p:nvPr/>
          </p:nvSpPr>
          <p:spPr>
            <a:xfrm>
              <a:off x="7777160" y="309137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7" name="View.ISO.Edge.BearingBlock_edge_10_segment_63_interval_0_Silhouette.1"/>
            <p:cNvSpPr/>
            <p:nvPr/>
          </p:nvSpPr>
          <p:spPr>
            <a:xfrm>
              <a:off x="7777192" y="3091398"/>
              <a:ext cx="470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8" name="View.ISO.Edge.BearingBlock_edge_10_segment_63_interval_1_Silhouette.1"/>
            <p:cNvSpPr/>
            <p:nvPr/>
          </p:nvSpPr>
          <p:spPr>
            <a:xfrm>
              <a:off x="7777662" y="3091697"/>
              <a:ext cx="766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9" name="View.ISO.Edge.BearingBlock_edge_10_segment_63_interval_2_Silhouette.1"/>
            <p:cNvSpPr/>
            <p:nvPr/>
          </p:nvSpPr>
          <p:spPr>
            <a:xfrm>
              <a:off x="7778428" y="3092185"/>
              <a:ext cx="337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0" name="View.ISO.Edge.BearingBlock_edge_10_segment_63_interval_3_Silhouette.1"/>
            <p:cNvSpPr/>
            <p:nvPr/>
          </p:nvSpPr>
          <p:spPr>
            <a:xfrm>
              <a:off x="7778765" y="3092400"/>
              <a:ext cx="112" cy="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1" name="View.ISO.Edge.BearingBlock_edge_10_segment_63_interval_4_Silhouette.1"/>
            <p:cNvSpPr/>
            <p:nvPr/>
          </p:nvSpPr>
          <p:spPr>
            <a:xfrm>
              <a:off x="7778877" y="3092471"/>
              <a:ext cx="822" cy="5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2" name="View.ISO.Edge.BearingBlock_edge_10_segment_63_interval_5_Silhouette.1"/>
            <p:cNvSpPr/>
            <p:nvPr/>
          </p:nvSpPr>
          <p:spPr>
            <a:xfrm>
              <a:off x="7779699" y="3092995"/>
              <a:ext cx="393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3" name="View.ISO.Edge.BearingBlock_edge_10_segment_63_interval_6_Silhouette.1"/>
            <p:cNvSpPr/>
            <p:nvPr/>
          </p:nvSpPr>
          <p:spPr>
            <a:xfrm>
              <a:off x="7780093" y="3093245"/>
              <a:ext cx="878" cy="5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4" name="View.ISO.Edge.BearingBlock_edge_10_segment_63_interval_7_Silhouette.1"/>
            <p:cNvSpPr/>
            <p:nvPr/>
          </p:nvSpPr>
          <p:spPr>
            <a:xfrm>
              <a:off x="7780971" y="3093805"/>
              <a:ext cx="337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5" name="View.ISO.Edge.BearingBlock_edge_10_segment_63_interval_8_Silhouette.1"/>
            <p:cNvSpPr/>
            <p:nvPr/>
          </p:nvSpPr>
          <p:spPr>
            <a:xfrm>
              <a:off x="7781308" y="3094020"/>
              <a:ext cx="934" cy="5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6" name="View.ISO.Edge.BearingBlock_edge_10_segment_63_interval_9_Silhouette.1"/>
            <p:cNvSpPr/>
            <p:nvPr/>
          </p:nvSpPr>
          <p:spPr>
            <a:xfrm>
              <a:off x="7782242" y="3094615"/>
              <a:ext cx="28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7" name="View.ISO.Edge.BearingBlock_edge_10_segment_63_interval_10_Silhouette.1"/>
            <p:cNvSpPr/>
            <p:nvPr/>
          </p:nvSpPr>
          <p:spPr>
            <a:xfrm>
              <a:off x="7782523" y="3094794"/>
              <a:ext cx="991" cy="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8" name="View.ISO.Edge.BearingBlock_edge_10_segment_63_interval_11_Silhouette.1"/>
            <p:cNvSpPr/>
            <p:nvPr/>
          </p:nvSpPr>
          <p:spPr>
            <a:xfrm>
              <a:off x="7783514" y="3095425"/>
              <a:ext cx="225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9" name="View.ISO.Edge.BearingBlock_edge_10_segment_63_interval_12_Silhouette.1"/>
            <p:cNvSpPr/>
            <p:nvPr/>
          </p:nvSpPr>
          <p:spPr>
            <a:xfrm>
              <a:off x="7783739" y="3095568"/>
              <a:ext cx="1047" cy="6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0" name="View.ISO.Edge.BearingBlock_edge_10_segment_63_interval_13_Silhouette.1"/>
            <p:cNvSpPr/>
            <p:nvPr/>
          </p:nvSpPr>
          <p:spPr>
            <a:xfrm>
              <a:off x="7784785" y="3096235"/>
              <a:ext cx="169" cy="1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1" name="View.ISO.Edge.BearingBlock_edge_10_segment_63_interval_14_Silhouette.1"/>
            <p:cNvSpPr/>
            <p:nvPr/>
          </p:nvSpPr>
          <p:spPr>
            <a:xfrm>
              <a:off x="7784954" y="3096342"/>
              <a:ext cx="1103" cy="7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2" name="View.ISO.Edge.BearingBlock_edge_10_segment_63_interval_15_Silhouette.1"/>
            <p:cNvSpPr/>
            <p:nvPr/>
          </p:nvSpPr>
          <p:spPr>
            <a:xfrm>
              <a:off x="7786057" y="3097045"/>
              <a:ext cx="112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3" name="View.ISO.Edge.BearingBlock_edge_10_segment_63_interval_16_Silhouette.1"/>
            <p:cNvSpPr/>
            <p:nvPr/>
          </p:nvSpPr>
          <p:spPr>
            <a:xfrm>
              <a:off x="7786169" y="3097116"/>
              <a:ext cx="1159" cy="7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4" name="View.ISO.Edge.BearingBlock_edge_10_segment_63_interval_17_Silhouette.1"/>
            <p:cNvSpPr/>
            <p:nvPr/>
          </p:nvSpPr>
          <p:spPr>
            <a:xfrm>
              <a:off x="7787328" y="3097855"/>
              <a:ext cx="5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5" name="View.ISO.Edge.BearingBlock_edge_10_segment_63_interval_18_Silhouette.1"/>
            <p:cNvSpPr/>
            <p:nvPr/>
          </p:nvSpPr>
          <p:spPr>
            <a:xfrm>
              <a:off x="7787385" y="3097890"/>
              <a:ext cx="1215" cy="7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6" name="View.ISO.Edge.BearingBlock_edge_11_segment_0_interval_0_Visible.1"/>
            <p:cNvSpPr/>
            <p:nvPr/>
          </p:nvSpPr>
          <p:spPr>
            <a:xfrm flipV="1">
              <a:off x="5922000" y="3293001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7" name="View.ISO.Edge.BearingBlock_edge_13_segment_0_interval_0_Visible.1"/>
            <p:cNvSpPr/>
            <p:nvPr/>
          </p:nvSpPr>
          <p:spPr>
            <a:xfrm flipV="1">
              <a:off x="7452000" y="4176347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8" name="View.ISO.Edge.BearingBlock_edge_14_segment_0_interval_0_Visible.1"/>
            <p:cNvSpPr/>
            <p:nvPr/>
          </p:nvSpPr>
          <p:spPr>
            <a:xfrm flipV="1">
              <a:off x="9900000" y="2762993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9" name="View.ISO.Edge.BearingBlock_edge_2_segment_0_interval_0_Visible.1"/>
            <p:cNvSpPr/>
            <p:nvPr/>
          </p:nvSpPr>
          <p:spPr>
            <a:xfrm>
              <a:off x="5922000" y="3717007"/>
              <a:ext cx="1530000" cy="883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0" name="View.ISO.Edge.BearingBlock_edge_3_segment_0_interval_0_Visible.1"/>
            <p:cNvSpPr/>
            <p:nvPr/>
          </p:nvSpPr>
          <p:spPr>
            <a:xfrm flipV="1">
              <a:off x="7452000" y="3186999"/>
              <a:ext cx="2448000" cy="1413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1" name="View.ISO.Edge.BearingBlock_edge_6_segment_0_interval_0_Visible.1"/>
            <p:cNvSpPr/>
            <p:nvPr/>
          </p:nvSpPr>
          <p:spPr>
            <a:xfrm flipH="1">
              <a:off x="5922000" y="1879647"/>
              <a:ext cx="2448000" cy="1413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2" name="View.ISO.Edge.BearingBlock_edge_7_segment_0_interval_0_Visible.1"/>
            <p:cNvSpPr/>
            <p:nvPr/>
          </p:nvSpPr>
          <p:spPr>
            <a:xfrm>
              <a:off x="5922000" y="3293001"/>
              <a:ext cx="319304" cy="184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3" name="View.ISO.Edge.BearingBlock_edge_7_segment_0_interval_1_Visible.1"/>
            <p:cNvSpPr/>
            <p:nvPr/>
          </p:nvSpPr>
          <p:spPr>
            <a:xfrm>
              <a:off x="6241304" y="3477351"/>
              <a:ext cx="47896" cy="276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4" name="View.ISO.Edge.BearingBlock_edge_7_segment_0_interval_2_Visible.1"/>
            <p:cNvSpPr/>
            <p:nvPr/>
          </p:nvSpPr>
          <p:spPr>
            <a:xfrm>
              <a:off x="6289200" y="3505004"/>
              <a:ext cx="208105" cy="120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5" name="View.ISO.Edge.BearingBlock_edge_7_segment_0_interval_3_Visible.1"/>
            <p:cNvSpPr/>
            <p:nvPr/>
          </p:nvSpPr>
          <p:spPr>
            <a:xfrm>
              <a:off x="6497305" y="3625153"/>
              <a:ext cx="10917" cy="63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6" name="View.ISO.Edge.BearingBlock_edge_7_segment_0_interval_4_Visible.1"/>
            <p:cNvSpPr/>
            <p:nvPr/>
          </p:nvSpPr>
          <p:spPr>
            <a:xfrm>
              <a:off x="6508222" y="3631456"/>
              <a:ext cx="12137" cy="70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7" name="View.ISO.Edge.BearingBlock_edge_7_segment_0_interval_5_Visible.1"/>
            <p:cNvSpPr/>
            <p:nvPr/>
          </p:nvSpPr>
          <p:spPr>
            <a:xfrm>
              <a:off x="6520359" y="3638463"/>
              <a:ext cx="12359" cy="7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8" name="View.ISO.Edge.BearingBlock_edge_7_segment_0_interval_6_Visible.1"/>
            <p:cNvSpPr/>
            <p:nvPr/>
          </p:nvSpPr>
          <p:spPr>
            <a:xfrm>
              <a:off x="6532718" y="3645599"/>
              <a:ext cx="11482" cy="66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9" name="View.ISO.Edge.BearingBlock_edge_7_segment_0_interval_7_Visible.1"/>
            <p:cNvSpPr/>
            <p:nvPr/>
          </p:nvSpPr>
          <p:spPr>
            <a:xfrm>
              <a:off x="6544200" y="3652228"/>
              <a:ext cx="9558" cy="55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0" name="View.ISO.Edge.BearingBlock_edge_7_segment_0_interval_8_Visible.1"/>
            <p:cNvSpPr/>
            <p:nvPr/>
          </p:nvSpPr>
          <p:spPr>
            <a:xfrm>
              <a:off x="6553758" y="3657747"/>
              <a:ext cx="6802" cy="39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1" name="View.ISO.Edge.BearingBlock_edge_7_segment_0_interval_9_Visible.1"/>
            <p:cNvSpPr/>
            <p:nvPr/>
          </p:nvSpPr>
          <p:spPr>
            <a:xfrm>
              <a:off x="6560561" y="3661674"/>
              <a:ext cx="3543" cy="20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2" name="View.ISO.Edge.BearingBlock_edge_7_segment_0_interval_10_Visible.1"/>
            <p:cNvSpPr/>
            <p:nvPr/>
          </p:nvSpPr>
          <p:spPr>
            <a:xfrm>
              <a:off x="6564104" y="3663719"/>
              <a:ext cx="150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3" name="View.ISO.Edge.BearingBlock_edge_7_segment_0_interval_11_Visible.1"/>
            <p:cNvSpPr/>
            <p:nvPr/>
          </p:nvSpPr>
          <p:spPr>
            <a:xfrm>
              <a:off x="6564253" y="3663806"/>
              <a:ext cx="887747" cy="5125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4" name="View.ISO.Edge.BearingBlock_edge_8_segment_0_interval_0_Visible.1"/>
            <p:cNvSpPr/>
            <p:nvPr/>
          </p:nvSpPr>
          <p:spPr>
            <a:xfrm flipV="1">
              <a:off x="7452000" y="4014271"/>
              <a:ext cx="280723" cy="1620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5" name="View.ISO.Edge.BearingBlock_edge_8_segment_0_interval_1_Visible.1"/>
            <p:cNvSpPr/>
            <p:nvPr/>
          </p:nvSpPr>
          <p:spPr>
            <a:xfrm flipV="1">
              <a:off x="7732723" y="3997523"/>
              <a:ext cx="29010" cy="16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6" name="View.ISO.Edge.BearingBlock_edge_8_segment_0_interval_2_Visible.1"/>
            <p:cNvSpPr/>
            <p:nvPr/>
          </p:nvSpPr>
          <p:spPr>
            <a:xfrm flipV="1">
              <a:off x="7761733" y="3984534"/>
              <a:ext cx="22496" cy="12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7" name="View.ISO.Edge.BearingBlock_edge_8_segment_0_interval_3_Visible.1"/>
            <p:cNvSpPr/>
            <p:nvPr/>
          </p:nvSpPr>
          <p:spPr>
            <a:xfrm flipV="1">
              <a:off x="7784229" y="3378812"/>
              <a:ext cx="1049143" cy="6057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8" name="View.ISO.Edge.BearingBlock_edge_8_segment_0_interval_4_Visible.1"/>
            <p:cNvSpPr/>
            <p:nvPr/>
          </p:nvSpPr>
          <p:spPr>
            <a:xfrm flipV="1">
              <a:off x="8833371" y="3365823"/>
              <a:ext cx="22496" cy="12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9" name="View.ISO.Edge.BearingBlock_edge_8_segment_0_interval_5_Visible.1"/>
            <p:cNvSpPr/>
            <p:nvPr/>
          </p:nvSpPr>
          <p:spPr>
            <a:xfrm flipV="1">
              <a:off x="8855867" y="3349075"/>
              <a:ext cx="29010" cy="16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0" name="View.ISO.Edge.BearingBlock_edge_8_segment_0_interval_6_Visible.1"/>
            <p:cNvSpPr/>
            <p:nvPr/>
          </p:nvSpPr>
          <p:spPr>
            <a:xfrm flipV="1">
              <a:off x="8884877" y="3330428"/>
              <a:ext cx="32297" cy="186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1" name="View.ISO.Edge.BearingBlock_edge_8_segment_0_interval_7_Visible.1"/>
            <p:cNvSpPr/>
            <p:nvPr/>
          </p:nvSpPr>
          <p:spPr>
            <a:xfrm flipV="1">
              <a:off x="8917174" y="3311767"/>
              <a:ext cx="32323" cy="186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2" name="View.ISO.Edge.BearingBlock_edge_8_segment_0_interval_8_Visible.1"/>
            <p:cNvSpPr/>
            <p:nvPr/>
          </p:nvSpPr>
          <p:spPr>
            <a:xfrm flipV="1">
              <a:off x="8949496" y="3294675"/>
              <a:ext cx="29604" cy="170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3" name="View.ISO.Edge.BearingBlock_edge_8_segment_0_interval_9_Visible.1"/>
            <p:cNvSpPr/>
            <p:nvPr/>
          </p:nvSpPr>
          <p:spPr>
            <a:xfrm flipV="1">
              <a:off x="8979101" y="3280281"/>
              <a:ext cx="24931" cy="14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4" name="View.ISO.Edge.BearingBlock_edge_8_segment_0_interval_10_Visible.1"/>
            <p:cNvSpPr/>
            <p:nvPr/>
          </p:nvSpPr>
          <p:spPr>
            <a:xfrm flipV="1">
              <a:off x="9004032" y="3269251"/>
              <a:ext cx="19104" cy="110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5" name="View.ISO.Edge.BearingBlock_edge_8_segment_0_interval_11_Visible.1"/>
            <p:cNvSpPr/>
            <p:nvPr/>
          </p:nvSpPr>
          <p:spPr>
            <a:xfrm flipV="1">
              <a:off x="9023136" y="3261875"/>
              <a:ext cx="12776" cy="73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6" name="View.ISO.Edge.BearingBlock_edge_8_segment_0_interval_12_Visible.1"/>
            <p:cNvSpPr/>
            <p:nvPr/>
          </p:nvSpPr>
          <p:spPr>
            <a:xfrm flipV="1">
              <a:off x="9035912" y="3258177"/>
              <a:ext cx="6404" cy="3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7" name="View.ISO.Edge.BearingBlock_edge_8_segment_0_interval_13_Visible.1"/>
            <p:cNvSpPr/>
            <p:nvPr/>
          </p:nvSpPr>
          <p:spPr>
            <a:xfrm flipV="1">
              <a:off x="9042316" y="3258023"/>
              <a:ext cx="267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8" name="View.ISO.Edge.BearingBlock_edge_8_segment_0_interval_14_Visible.1"/>
            <p:cNvSpPr/>
            <p:nvPr/>
          </p:nvSpPr>
          <p:spPr>
            <a:xfrm flipV="1">
              <a:off x="9042583" y="2974996"/>
              <a:ext cx="490217" cy="2830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9" name="View.ISO.Edge.BearingBlock_edge_8_segment_0_interval_15_Visible.1"/>
            <p:cNvSpPr/>
            <p:nvPr/>
          </p:nvSpPr>
          <p:spPr>
            <a:xfrm flipV="1">
              <a:off x="9532800" y="2762993"/>
              <a:ext cx="367200" cy="2120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0" name="View.ISO.Edge.BearingBlock_edge_9_segment_0_interval_0_Visible.1"/>
            <p:cNvSpPr/>
            <p:nvPr/>
          </p:nvSpPr>
          <p:spPr>
            <a:xfrm flipH="1" flipV="1">
              <a:off x="8370000" y="1879647"/>
              <a:ext cx="1530000" cy="883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824" name="PMI.annotation_Front_MountDiameter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2" name="PMI.annotation_Front_MountDiameter.Leader.1"/>
            <p:cNvSpPr/>
            <p:nvPr/>
          </p:nvSpPr>
          <p:spPr>
            <a:xfrm flipV="1">
              <a:off x="2781000" y="1924875"/>
              <a:ext cx="36" cy="1315125"/>
            </a:xfrm>
            <a:prstGeom prst="line">
              <a:avLst/>
            </a:prstGeom>
            <a:ln w="12600">
              <a:solidFill>
                <a:srgbClr val="111111"/>
              </a:solidFill>
              <a:tailEnd type="triangle"/>
            </a:ln>
          </p:spPr>
        </p:sp>
        <p:sp>
          <p:nvSpPr>
            <p:cNvPr id="823" name="PMI.annotation_Front_MountDiameter.Text"/>
            <p:cNvSpPr txBox="1"/>
            <p:nvPr/>
          </p:nvSpPr>
          <p:spPr>
            <a:xfrm>
              <a:off x="2180779" y="1708875"/>
              <a:ext cx="1200442" cy="21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794">
                  <a:latin typeface="Inter"/>
                </a:rPr>
                <a:t>Ø8 mm +0.05/-0.02</a:t>
              </a:r>
              <a:endParaRPr lang="en-US"/>
            </a:p>
          </p:txBody>
        </p:sp>
      </p:grpSp>
      <p:grpSp>
        <p:nvGrpSpPr>
          <p:cNvPr id="827" name="PMI.annotation_Front_A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5" name="PMI.annotation_Front_A.Leader.1"/>
            <p:cNvSpPr/>
            <p:nvPr/>
          </p:nvSpPr>
          <p:spPr>
            <a:xfrm>
              <a:off x="2781000" y="4483125"/>
              <a:ext cx="36" cy="72000"/>
            </a:xfrm>
            <a:prstGeom prst="line">
              <a:avLst/>
            </a:prstGeom>
            <a:ln w="12600">
              <a:solidFill>
                <a:srgbClr val="111111"/>
              </a:solidFill>
              <a:tailEnd type="triangle"/>
            </a:ln>
          </p:spPr>
        </p:sp>
        <p:sp>
          <p:nvSpPr>
            <p:cNvPr id="826" name="PMI.annotation_Front_A.Text"/>
            <p:cNvSpPr txBox="1"/>
            <p:nvPr/>
          </p:nvSpPr>
          <p:spPr>
            <a:xfrm>
              <a:off x="2457000" y="4555125"/>
              <a:ext cx="648000" cy="216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794">
                  <a:latin typeface="Inter"/>
                </a:rPr>
                <a:t>A</a:t>
              </a:r>
              <a:endParaRPr lang="en-US"/>
            </a:p>
          </p:txBody>
        </p:sp>
      </p:grpSp>
      <p:grpSp>
        <p:nvGrpSpPr>
          <p:cNvPr id="838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8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829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830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Machined bearing block</a:t>
              </a:r>
              <a:endParaRPr lang="en-US"/>
            </a:p>
          </p:txBody>
        </p:sp>
        <p:sp>
          <p:nvSpPr>
            <p:cNvPr id="831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BearingBlock</a:t>
              </a:r>
              <a:endParaRPr lang="en-US"/>
            </a:p>
          </p:txBody>
        </p:sp>
        <p:sp>
          <p:nvSpPr>
            <p:cNvPr id="832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BB-080</a:t>
              </a:r>
              <a:endParaRPr lang="en-US"/>
            </a:p>
          </p:txBody>
        </p:sp>
        <p:sp>
          <p:nvSpPr>
            <p:cNvPr id="833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1.0.0</a:t>
              </a:r>
              <a:endParaRPr lang="en-US"/>
            </a:p>
          </p:txBody>
        </p:sp>
        <p:sp>
          <p:nvSpPr>
            <p:cNvPr id="834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835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836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837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1/2</a:t>
              </a:r>
              <a:endParaRPr lang="en-US"/>
            </a:p>
          </p:txBody>
        </p:sp>
      </p:grpSp>
      <p:sp>
        <p:nvSpPr>
          <p:cNvPr id="839" name="Note.note_1"/>
          <p:cNvSpPr txBox="1"/>
          <p:nvPr/>
        </p:nvSpPr>
        <p:spPr>
          <a:xfrm>
            <a:off x="360000" y="6444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DEBURR ALL EDGES</a:t>
            </a:r>
            <a:endParaRPr lang="en-US"/>
          </a:p>
        </p:txBody>
      </p:sp>
      <p:sp>
        <p:nvSpPr>
          <p:cNvPr id="840" name="Note.note_2"/>
          <p:cNvSpPr txBox="1"/>
          <p:nvPr/>
        </p:nvSpPr>
        <p:spPr>
          <a:xfrm>
            <a:off x="360000" y="6588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DIMENSIONS AND TOLERANCES COME FROM THE SEMANTIC PRODUCT MODEL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2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aphicFrame>
        <p:nvGraphicFramePr>
          <p:cNvPr id="27" name="Table.Design.BearingStandards"/>
          <p:cNvGraphicFramePr/>
          <p:nvPr/>
        </p:nvGraphicFramePr>
        <p:xfrm>
          <a:off x="360000" y="936000"/>
          <a:ext cx="9972000" cy="1044000"/>
        </p:xfrm>
        <a:graphic>
          <a:graphicData uri="http://schemas.openxmlformats.org/drawingml/2006/table">
            <a:tbl>
              <a:tblPr firstRow="1" bandRow="1"/>
              <a:tblGrid>
                <a:gridCol w="1994400"/>
                <a:gridCol w="1994400"/>
                <a:gridCol w="1994400"/>
                <a:gridCol w="1994400"/>
                <a:gridCol w="1994400"/>
              </a:tblGrid>
              <a:tr h="26100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BoreDiameter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Depth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Height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Size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Width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8mm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50mm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BB080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80mm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16mm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60mm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BB100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100mm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20mm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70mm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BB120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8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8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29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30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Machined bearing block</a:t>
              </a:r>
              <a:endParaRPr lang="en-US"/>
            </a:p>
          </p:txBody>
        </p:sp>
        <p:sp>
          <p:nvSpPr>
            <p:cNvPr id="31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BearingBlock</a:t>
              </a:r>
              <a:endParaRPr lang="en-US"/>
            </a:p>
          </p:txBody>
        </p:sp>
        <p:sp>
          <p:nvSpPr>
            <p:cNvPr id="32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BB-080</a:t>
              </a:r>
              <a:endParaRPr lang="en-US"/>
            </a:p>
          </p:txBody>
        </p:sp>
        <p:sp>
          <p:nvSpPr>
            <p:cNvPr id="33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1.0.0</a:t>
              </a:r>
              <a:endParaRPr lang="en-US"/>
            </a:p>
          </p:txBody>
        </p:sp>
        <p:sp>
          <p:nvSpPr>
            <p:cNvPr id="34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35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36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37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2/2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etheris Inter">
  <a:themeElements>
    <a:clrScheme name="Aetheris">
      <a:dk1>
        <a:srgbClr val="111111"/>
      </a:dk1>
      <a:lt1>
        <a:srgbClr val="FFFFFF"/>
      </a:lt1>
      <a:dk2>
        <a:srgbClr val="333333"/>
      </a:dk2>
      <a:lt2>
        <a:srgbClr val="F7F8FA"/>
      </a:lt2>
      <a:accent1>
        <a:srgbClr val="185FA5"/>
      </a:accent1>
      <a:accent2>
        <a:srgbClr val="FF8A00"/>
      </a:accent2>
      <a:accent3>
        <a:srgbClr val="2E7D32"/>
      </a:accent3>
      <a:accent4>
        <a:srgbClr val="6A1B9A"/>
      </a:accent4>
      <a:accent5>
        <a:srgbClr val="00838F"/>
      </a:accent5>
      <a:accent6>
        <a:srgbClr val="C62828"/>
      </a:accent6>
      <a:hlink>
        <a:srgbClr val="0563C1"/>
      </a:hlink>
      <a:folHlink>
        <a:srgbClr val="954F72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ethe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Aetheris</Application>
  <PresentationFormat>Custom</PresentationFormat>
  <Slides>2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Bearing Block Production Drawing</dc:title>
  <dc:creator>Aetheris</dc:creator>
  <dcterms:created xsi:type="dcterms:W3CDTF">2000-01-01T00:00:00Z</dcterms:created>
  <dcterms:modified xsi:type="dcterms:W3CDTF">2000-01-01T00:00:00Z</dcterms:modified>
</cp:coreProperties>
</file>