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0692000" cy="7560000"/>
  <p:notesSz cx="6858000" cy="9144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Layout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Master"/>
        <p:cNvGrpSpPr/>
        <p:nvPr/>
      </p:nvGrpSpPr>
      <p:grpSpPr/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lide"/>
        <p:cNvGrpSpPr/>
        <p:nvPr/>
      </p:nvGrpSpPr>
      <p:grpSpPr/>
      <p:grpSp>
        <p:nvGrpSpPr>
          <p:cNvPr id="26" name="Page.1.Zones"/>
          <p:cNvGrpSpPr/>
          <p:nvPr/>
        </p:nvGrpSpPr>
        <p:grpSpPr>
          <a:xfrm>
            <a:off x="0" y="0"/>
            <a:ext cx="10692000" cy="7560000"/>
            <a:chOff x="0" y="0"/>
            <a:chExt cx="10692000" cy="7560000"/>
          </a:xfrm>
        </p:grpSpPr>
        <p:sp>
          <p:nvSpPr>
            <p:cNvPr id="2" name="Zone.Border.Top"/>
            <p:cNvSpPr/>
            <p:nvPr/>
          </p:nvSpPr>
          <p:spPr>
            <a:xfrm>
              <a:off x="180000" y="180000"/>
              <a:ext cx="10332000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" name="Zone.Border.Right"/>
            <p:cNvSpPr/>
            <p:nvPr/>
          </p:nvSpPr>
          <p:spPr>
            <a:xfrm>
              <a:off x="10512000" y="180000"/>
              <a:ext cx="36" cy="720000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" name="Zone.Border.Bottom"/>
            <p:cNvSpPr/>
            <p:nvPr/>
          </p:nvSpPr>
          <p:spPr>
            <a:xfrm flipH="1">
              <a:off x="180000" y="7380000"/>
              <a:ext cx="10332000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" name="Zone.Border.Left"/>
            <p:cNvSpPr/>
            <p:nvPr/>
          </p:nvSpPr>
          <p:spPr>
            <a:xfrm flipV="1">
              <a:off x="180000" y="180000"/>
              <a:ext cx="36" cy="720000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" name="Zone.Column.1.Top"/>
            <p:cNvSpPr txBox="1"/>
            <p:nvPr/>
          </p:nvSpPr>
          <p:spPr>
            <a:xfrm>
              <a:off x="969000" y="3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1</a:t>
              </a:r>
              <a:endParaRPr lang="en-US"/>
            </a:p>
          </p:txBody>
        </p:sp>
        <p:sp>
          <p:nvSpPr>
            <p:cNvPr id="7" name="Zone.Column.1.Bottom"/>
            <p:cNvSpPr txBox="1"/>
            <p:nvPr/>
          </p:nvSpPr>
          <p:spPr>
            <a:xfrm>
              <a:off x="969000" y="741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1</a:t>
              </a:r>
              <a:endParaRPr lang="en-US"/>
            </a:p>
          </p:txBody>
        </p:sp>
        <p:sp>
          <p:nvSpPr>
            <p:cNvPr id="8" name="Zone.Column.2.Top"/>
            <p:cNvSpPr txBox="1"/>
            <p:nvPr/>
          </p:nvSpPr>
          <p:spPr>
            <a:xfrm>
              <a:off x="2691000" y="3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2</a:t>
              </a:r>
              <a:endParaRPr lang="en-US"/>
            </a:p>
          </p:txBody>
        </p:sp>
        <p:sp>
          <p:nvSpPr>
            <p:cNvPr id="9" name="Zone.Column.2.Bottom"/>
            <p:cNvSpPr txBox="1"/>
            <p:nvPr/>
          </p:nvSpPr>
          <p:spPr>
            <a:xfrm>
              <a:off x="2691000" y="741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2</a:t>
              </a:r>
              <a:endParaRPr lang="en-US"/>
            </a:p>
          </p:txBody>
        </p:sp>
        <p:sp>
          <p:nvSpPr>
            <p:cNvPr id="10" name="Zone.Column.3.Top"/>
            <p:cNvSpPr txBox="1"/>
            <p:nvPr/>
          </p:nvSpPr>
          <p:spPr>
            <a:xfrm>
              <a:off x="4413000" y="3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3</a:t>
              </a:r>
              <a:endParaRPr lang="en-US"/>
            </a:p>
          </p:txBody>
        </p:sp>
        <p:sp>
          <p:nvSpPr>
            <p:cNvPr id="11" name="Zone.Column.3.Bottom"/>
            <p:cNvSpPr txBox="1"/>
            <p:nvPr/>
          </p:nvSpPr>
          <p:spPr>
            <a:xfrm>
              <a:off x="4413000" y="741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3</a:t>
              </a:r>
              <a:endParaRPr lang="en-US"/>
            </a:p>
          </p:txBody>
        </p:sp>
        <p:sp>
          <p:nvSpPr>
            <p:cNvPr id="12" name="Zone.Column.4.Top"/>
            <p:cNvSpPr txBox="1"/>
            <p:nvPr/>
          </p:nvSpPr>
          <p:spPr>
            <a:xfrm>
              <a:off x="6135000" y="3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4</a:t>
              </a:r>
              <a:endParaRPr lang="en-US"/>
            </a:p>
          </p:txBody>
        </p:sp>
        <p:sp>
          <p:nvSpPr>
            <p:cNvPr id="13" name="Zone.Column.4.Bottom"/>
            <p:cNvSpPr txBox="1"/>
            <p:nvPr/>
          </p:nvSpPr>
          <p:spPr>
            <a:xfrm>
              <a:off x="6135000" y="741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4</a:t>
              </a:r>
              <a:endParaRPr lang="en-US"/>
            </a:p>
          </p:txBody>
        </p:sp>
        <p:sp>
          <p:nvSpPr>
            <p:cNvPr id="14" name="Zone.Column.5.Top"/>
            <p:cNvSpPr txBox="1"/>
            <p:nvPr/>
          </p:nvSpPr>
          <p:spPr>
            <a:xfrm>
              <a:off x="7857000" y="3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5</a:t>
              </a:r>
              <a:endParaRPr lang="en-US"/>
            </a:p>
          </p:txBody>
        </p:sp>
        <p:sp>
          <p:nvSpPr>
            <p:cNvPr id="15" name="Zone.Column.5.Bottom"/>
            <p:cNvSpPr txBox="1"/>
            <p:nvPr/>
          </p:nvSpPr>
          <p:spPr>
            <a:xfrm>
              <a:off x="7857000" y="741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5</a:t>
              </a:r>
              <a:endParaRPr lang="en-US"/>
            </a:p>
          </p:txBody>
        </p:sp>
        <p:sp>
          <p:nvSpPr>
            <p:cNvPr id="16" name="Zone.Column.6.Top"/>
            <p:cNvSpPr txBox="1"/>
            <p:nvPr/>
          </p:nvSpPr>
          <p:spPr>
            <a:xfrm>
              <a:off x="9579000" y="3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6</a:t>
              </a:r>
              <a:endParaRPr lang="en-US"/>
            </a:p>
          </p:txBody>
        </p:sp>
        <p:sp>
          <p:nvSpPr>
            <p:cNvPr id="17" name="Zone.Column.6.Bottom"/>
            <p:cNvSpPr txBox="1"/>
            <p:nvPr/>
          </p:nvSpPr>
          <p:spPr>
            <a:xfrm>
              <a:off x="9579000" y="741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6</a:t>
              </a:r>
              <a:endParaRPr lang="en-US"/>
            </a:p>
          </p:txBody>
        </p:sp>
        <p:sp>
          <p:nvSpPr>
            <p:cNvPr id="18" name="Zone.Row.A.Left"/>
            <p:cNvSpPr txBox="1"/>
            <p:nvPr/>
          </p:nvSpPr>
          <p:spPr>
            <a:xfrm>
              <a:off x="36000" y="102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A</a:t>
              </a:r>
              <a:endParaRPr lang="en-US"/>
            </a:p>
          </p:txBody>
        </p:sp>
        <p:sp>
          <p:nvSpPr>
            <p:cNvPr id="19" name="Zone.Row.A.Right"/>
            <p:cNvSpPr txBox="1"/>
            <p:nvPr/>
          </p:nvSpPr>
          <p:spPr>
            <a:xfrm>
              <a:off x="10512000" y="102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A</a:t>
              </a:r>
              <a:endParaRPr lang="en-US"/>
            </a:p>
          </p:txBody>
        </p:sp>
        <p:sp>
          <p:nvSpPr>
            <p:cNvPr id="20" name="Zone.Row.B.Left"/>
            <p:cNvSpPr txBox="1"/>
            <p:nvPr/>
          </p:nvSpPr>
          <p:spPr>
            <a:xfrm>
              <a:off x="36000" y="282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B</a:t>
              </a:r>
              <a:endParaRPr lang="en-US"/>
            </a:p>
          </p:txBody>
        </p:sp>
        <p:sp>
          <p:nvSpPr>
            <p:cNvPr id="21" name="Zone.Row.B.Right"/>
            <p:cNvSpPr txBox="1"/>
            <p:nvPr/>
          </p:nvSpPr>
          <p:spPr>
            <a:xfrm>
              <a:off x="10512000" y="282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B</a:t>
              </a:r>
              <a:endParaRPr lang="en-US"/>
            </a:p>
          </p:txBody>
        </p:sp>
        <p:sp>
          <p:nvSpPr>
            <p:cNvPr id="22" name="Zone.Row.C.Left"/>
            <p:cNvSpPr txBox="1"/>
            <p:nvPr/>
          </p:nvSpPr>
          <p:spPr>
            <a:xfrm>
              <a:off x="36000" y="462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C</a:t>
              </a:r>
              <a:endParaRPr lang="en-US"/>
            </a:p>
          </p:txBody>
        </p:sp>
        <p:sp>
          <p:nvSpPr>
            <p:cNvPr id="23" name="Zone.Row.C.Right"/>
            <p:cNvSpPr txBox="1"/>
            <p:nvPr/>
          </p:nvSpPr>
          <p:spPr>
            <a:xfrm>
              <a:off x="10512000" y="462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C</a:t>
              </a:r>
              <a:endParaRPr lang="en-US"/>
            </a:p>
          </p:txBody>
        </p:sp>
        <p:sp>
          <p:nvSpPr>
            <p:cNvPr id="24" name="Zone.Row.D.Left"/>
            <p:cNvSpPr txBox="1"/>
            <p:nvPr/>
          </p:nvSpPr>
          <p:spPr>
            <a:xfrm>
              <a:off x="36000" y="642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D</a:t>
              </a:r>
              <a:endParaRPr lang="en-US"/>
            </a:p>
          </p:txBody>
        </p:sp>
        <p:sp>
          <p:nvSpPr>
            <p:cNvPr id="25" name="Zone.Row.D.Right"/>
            <p:cNvSpPr txBox="1"/>
            <p:nvPr/>
          </p:nvSpPr>
          <p:spPr>
            <a:xfrm>
              <a:off x="10512000" y="642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D</a:t>
              </a:r>
              <a:endParaRPr lang="en-US"/>
            </a:p>
          </p:txBody>
        </p:sp>
      </p:grpSp>
      <p:grpSp>
        <p:nvGrpSpPr>
          <p:cNvPr id="207" name="View.Front.Geometry"/>
          <p:cNvGrpSpPr/>
          <p:nvPr/>
        </p:nvGrpSpPr>
        <p:grpSpPr>
          <a:xfrm>
            <a:off x="0" y="0"/>
            <a:ext cx="10692000" cy="7560000"/>
            <a:chOff x="0" y="0"/>
            <a:chExt cx="10692000" cy="7560000"/>
          </a:xfrm>
        </p:grpSpPr>
        <p:sp>
          <p:nvSpPr>
            <p:cNvPr id="27" name="View.Front.Edge.Machine.Frame_edge_1_segment_0_interval_0_Hidden.1"/>
            <p:cNvSpPr/>
            <p:nvPr/>
          </p:nvSpPr>
          <p:spPr>
            <a:xfrm>
              <a:off x="2283750" y="4806338"/>
              <a:ext cx="994500" cy="36"/>
            </a:xfrm>
            <a:prstGeom prst="line">
              <a:avLst/>
            </a:prstGeom>
            <a:ln w="12600">
              <a:solidFill>
                <a:srgbClr val="111111"/>
              </a:solidFill>
              <a:prstDash val="dash"/>
            </a:ln>
          </p:spPr>
        </p:sp>
        <p:sp>
          <p:nvSpPr>
            <p:cNvPr id="28" name="View.Front.Edge.Machine.Frame_edge_10_segment_0_interval_0_Visible.1"/>
            <p:cNvSpPr/>
            <p:nvPr/>
          </p:nvSpPr>
          <p:spPr>
            <a:xfrm>
              <a:off x="2283750" y="4806338"/>
              <a:ext cx="994500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9" name="View.Front.Edge.Machine.Frame_edge_11_segment_0_interval_0_Hidden.1"/>
            <p:cNvSpPr/>
            <p:nvPr/>
          </p:nvSpPr>
          <p:spPr>
            <a:xfrm>
              <a:off x="2283750" y="4806338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  <a:prstDash val="dash"/>
            </a:ln>
          </p:spPr>
        </p:sp>
        <p:sp>
          <p:nvSpPr>
            <p:cNvPr id="30" name="View.Front.Edge.Machine.Frame_edge_12_segment_0_interval_0_Hidden.1"/>
            <p:cNvSpPr/>
            <p:nvPr/>
          </p:nvSpPr>
          <p:spPr>
            <a:xfrm>
              <a:off x="3278250" y="3811838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  <a:prstDash val="dash"/>
            </a:ln>
          </p:spPr>
        </p:sp>
        <p:sp>
          <p:nvSpPr>
            <p:cNvPr id="31" name="View.Front.Edge.Machine.Frame_edge_13_segment_0_interval_0_Visible.1"/>
            <p:cNvSpPr/>
            <p:nvPr/>
          </p:nvSpPr>
          <p:spPr>
            <a:xfrm flipV="1">
              <a:off x="3278250" y="3811838"/>
              <a:ext cx="36" cy="99450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2" name="View.Front.Edge.Machine.Frame_edge_14_segment_0_interval_0_Hidden.1"/>
            <p:cNvSpPr/>
            <p:nvPr/>
          </p:nvSpPr>
          <p:spPr>
            <a:xfrm>
              <a:off x="2283750" y="3811838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  <a:prstDash val="dash"/>
            </a:ln>
          </p:spPr>
        </p:sp>
        <p:sp>
          <p:nvSpPr>
            <p:cNvPr id="33" name="View.Front.Edge.Machine.Frame_edge_15_segment_0_interval_0_Visible.1"/>
            <p:cNvSpPr/>
            <p:nvPr/>
          </p:nvSpPr>
          <p:spPr>
            <a:xfrm flipH="1">
              <a:off x="2283750" y="3811838"/>
              <a:ext cx="994500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4" name="View.Front.Edge.Machine.Frame_edge_16_segment_0_interval_0_Visible.1"/>
            <p:cNvSpPr/>
            <p:nvPr/>
          </p:nvSpPr>
          <p:spPr>
            <a:xfrm>
              <a:off x="2283750" y="3811838"/>
              <a:ext cx="36" cy="99450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5" name="View.Front.Edge.Machine.Frame_edge_17_segment_0_interval_0_Visible.1"/>
            <p:cNvSpPr/>
            <p:nvPr/>
          </p:nvSpPr>
          <p:spPr>
            <a:xfrm flipH="1" flipV="1">
              <a:off x="3228525" y="4756613"/>
              <a:ext cx="49725" cy="497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6" name="View.Front.Edge.Machine.Frame_edge_18_segment_0_interval_0_Visible.1"/>
            <p:cNvSpPr/>
            <p:nvPr/>
          </p:nvSpPr>
          <p:spPr>
            <a:xfrm flipV="1">
              <a:off x="2283750" y="4756613"/>
              <a:ext cx="49725" cy="497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7" name="View.Front.Edge.Machine.Frame_edge_19_segment_0_interval_0_Visible.1"/>
            <p:cNvSpPr/>
            <p:nvPr/>
          </p:nvSpPr>
          <p:spPr>
            <a:xfrm flipH="1">
              <a:off x="3228525" y="3811838"/>
              <a:ext cx="49725" cy="497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8" name="View.Front.Edge.Machine.Frame_edge_2_segment_0_interval_0_Hidden.1"/>
            <p:cNvSpPr/>
            <p:nvPr/>
          </p:nvSpPr>
          <p:spPr>
            <a:xfrm flipV="1">
              <a:off x="3278250" y="3811838"/>
              <a:ext cx="36" cy="994500"/>
            </a:xfrm>
            <a:prstGeom prst="line">
              <a:avLst/>
            </a:prstGeom>
            <a:ln w="12600">
              <a:solidFill>
                <a:srgbClr val="111111"/>
              </a:solidFill>
              <a:prstDash val="dash"/>
            </a:ln>
          </p:spPr>
        </p:sp>
        <p:sp>
          <p:nvSpPr>
            <p:cNvPr id="39" name="View.Front.Edge.Machine.Frame_edge_20_segment_0_interval_0_Visible.1"/>
            <p:cNvSpPr/>
            <p:nvPr/>
          </p:nvSpPr>
          <p:spPr>
            <a:xfrm>
              <a:off x="2283750" y="3811838"/>
              <a:ext cx="49725" cy="497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0" name="View.Front.Edge.Machine.Frame_edge_3_segment_0_interval_0_Hidden.1"/>
            <p:cNvSpPr/>
            <p:nvPr/>
          </p:nvSpPr>
          <p:spPr>
            <a:xfrm flipH="1">
              <a:off x="2283750" y="3811838"/>
              <a:ext cx="994500" cy="36"/>
            </a:xfrm>
            <a:prstGeom prst="line">
              <a:avLst/>
            </a:prstGeom>
            <a:ln w="12600">
              <a:solidFill>
                <a:srgbClr val="111111"/>
              </a:solidFill>
              <a:prstDash val="dash"/>
            </a:ln>
          </p:spPr>
        </p:sp>
        <p:sp>
          <p:nvSpPr>
            <p:cNvPr id="41" name="View.Front.Edge.Machine.Frame_edge_4_segment_0_interval_0_Hidden.1"/>
            <p:cNvSpPr/>
            <p:nvPr/>
          </p:nvSpPr>
          <p:spPr>
            <a:xfrm>
              <a:off x="2283750" y="3811838"/>
              <a:ext cx="36" cy="994500"/>
            </a:xfrm>
            <a:prstGeom prst="line">
              <a:avLst/>
            </a:prstGeom>
            <a:ln w="12600">
              <a:solidFill>
                <a:srgbClr val="111111"/>
              </a:solidFill>
              <a:prstDash val="dash"/>
            </a:ln>
          </p:spPr>
        </p:sp>
        <p:sp>
          <p:nvSpPr>
            <p:cNvPr id="42" name="View.Front.Edge.Machine.Frame_edge_5_segment_0_interval_0_Visible.1"/>
            <p:cNvSpPr/>
            <p:nvPr/>
          </p:nvSpPr>
          <p:spPr>
            <a:xfrm>
              <a:off x="2333475" y="3861563"/>
              <a:ext cx="36" cy="8950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3" name="View.Front.Edge.Machine.Frame_edge_6_segment_0_interval_0_Visible.1"/>
            <p:cNvSpPr/>
            <p:nvPr/>
          </p:nvSpPr>
          <p:spPr>
            <a:xfrm flipH="1">
              <a:off x="2333475" y="3861563"/>
              <a:ext cx="895050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4" name="View.Front.Edge.Machine.Frame_edge_7_segment_0_interval_0_Visible.1"/>
            <p:cNvSpPr/>
            <p:nvPr/>
          </p:nvSpPr>
          <p:spPr>
            <a:xfrm flipV="1">
              <a:off x="3228525" y="3861563"/>
              <a:ext cx="36" cy="8950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5" name="View.Front.Edge.Machine.Frame_edge_8_segment_0_interval_0_Visible.1"/>
            <p:cNvSpPr/>
            <p:nvPr/>
          </p:nvSpPr>
          <p:spPr>
            <a:xfrm>
              <a:off x="2333475" y="4756613"/>
              <a:ext cx="895050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6" name="View.Front.Edge.Machine.Frame_edge_9_segment_0_interval_0_Hidden.1"/>
            <p:cNvSpPr/>
            <p:nvPr/>
          </p:nvSpPr>
          <p:spPr>
            <a:xfrm>
              <a:off x="3278250" y="4806338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  <a:prstDash val="dash"/>
            </a:ln>
          </p:spPr>
        </p:sp>
        <p:sp>
          <p:nvSpPr>
            <p:cNvPr id="47" name="View.Front.Edge.Machine.LeftModule.Bearing_edge_1_segment_0_interval_0_Hidden.1"/>
            <p:cNvSpPr/>
            <p:nvPr/>
          </p:nvSpPr>
          <p:spPr>
            <a:xfrm>
              <a:off x="1140075" y="2966513"/>
              <a:ext cx="298350" cy="36"/>
            </a:xfrm>
            <a:prstGeom prst="line">
              <a:avLst/>
            </a:prstGeom>
            <a:ln w="12600">
              <a:solidFill>
                <a:srgbClr val="111111"/>
              </a:solidFill>
              <a:prstDash val="dash"/>
            </a:ln>
          </p:spPr>
        </p:sp>
        <p:sp>
          <p:nvSpPr>
            <p:cNvPr id="48" name="View.Front.Edge.Machine.LeftModule.Bearing_edge_10_segment_0_interval_0_Visible.1"/>
            <p:cNvSpPr/>
            <p:nvPr/>
          </p:nvSpPr>
          <p:spPr>
            <a:xfrm>
              <a:off x="1140075" y="2966513"/>
              <a:ext cx="298350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9" name="View.Front.Edge.Machine.LeftModule.Bearing_edge_11_segment_0_interval_0_Hidden.1"/>
            <p:cNvSpPr/>
            <p:nvPr/>
          </p:nvSpPr>
          <p:spPr>
            <a:xfrm>
              <a:off x="1140075" y="2966513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  <a:prstDash val="dash"/>
            </a:ln>
          </p:spPr>
        </p:sp>
        <p:sp>
          <p:nvSpPr>
            <p:cNvPr id="50" name="View.Front.Edge.Machine.LeftModule.Bearing_edge_12_segment_0_interval_0_Hidden.1"/>
            <p:cNvSpPr/>
            <p:nvPr/>
          </p:nvSpPr>
          <p:spPr>
            <a:xfrm>
              <a:off x="1438425" y="2668163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  <a:prstDash val="dash"/>
            </a:ln>
          </p:spPr>
        </p:sp>
        <p:sp>
          <p:nvSpPr>
            <p:cNvPr id="51" name="View.Front.Edge.Machine.LeftModule.Bearing_edge_13_segment_0_interval_0_Visible.1"/>
            <p:cNvSpPr/>
            <p:nvPr/>
          </p:nvSpPr>
          <p:spPr>
            <a:xfrm flipV="1">
              <a:off x="1438425" y="2668163"/>
              <a:ext cx="36" cy="2983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2" name="View.Front.Edge.Machine.LeftModule.Bearing_edge_14_segment_0_interval_0_Hidden.1"/>
            <p:cNvSpPr/>
            <p:nvPr/>
          </p:nvSpPr>
          <p:spPr>
            <a:xfrm>
              <a:off x="1140075" y="2668163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  <a:prstDash val="dash"/>
            </a:ln>
          </p:spPr>
        </p:sp>
        <p:sp>
          <p:nvSpPr>
            <p:cNvPr id="53" name="View.Front.Edge.Machine.LeftModule.Bearing_edge_15_segment_0_interval_0_Visible.1"/>
            <p:cNvSpPr/>
            <p:nvPr/>
          </p:nvSpPr>
          <p:spPr>
            <a:xfrm flipH="1">
              <a:off x="1140075" y="2668163"/>
              <a:ext cx="298350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4" name="View.Front.Edge.Machine.LeftModule.Bearing_edge_16_segment_0_interval_0_Visible.1"/>
            <p:cNvSpPr/>
            <p:nvPr/>
          </p:nvSpPr>
          <p:spPr>
            <a:xfrm>
              <a:off x="1140075" y="2668163"/>
              <a:ext cx="36" cy="2983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5" name="View.Front.Edge.Machine.LeftModule.Bearing_edge_17_segment_0_interval_0_Visible.1"/>
            <p:cNvSpPr/>
            <p:nvPr/>
          </p:nvSpPr>
          <p:spPr>
            <a:xfrm flipH="1" flipV="1">
              <a:off x="1388700" y="2916788"/>
              <a:ext cx="49725" cy="497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6" name="View.Front.Edge.Machine.LeftModule.Bearing_edge_18_segment_0_interval_0_Visible.1"/>
            <p:cNvSpPr/>
            <p:nvPr/>
          </p:nvSpPr>
          <p:spPr>
            <a:xfrm flipV="1">
              <a:off x="1140075" y="2916788"/>
              <a:ext cx="49725" cy="497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7" name="View.Front.Edge.Machine.LeftModule.Bearing_edge_19_segment_0_interval_0_Visible.1"/>
            <p:cNvSpPr/>
            <p:nvPr/>
          </p:nvSpPr>
          <p:spPr>
            <a:xfrm flipH="1">
              <a:off x="1388700" y="2668163"/>
              <a:ext cx="49725" cy="497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8" name="View.Front.Edge.Machine.LeftModule.Bearing_edge_2_segment_0_interval_0_Hidden.1"/>
            <p:cNvSpPr/>
            <p:nvPr/>
          </p:nvSpPr>
          <p:spPr>
            <a:xfrm flipV="1">
              <a:off x="1438425" y="2668163"/>
              <a:ext cx="36" cy="298350"/>
            </a:xfrm>
            <a:prstGeom prst="line">
              <a:avLst/>
            </a:prstGeom>
            <a:ln w="12600">
              <a:solidFill>
                <a:srgbClr val="111111"/>
              </a:solidFill>
              <a:prstDash val="dash"/>
            </a:ln>
          </p:spPr>
        </p:sp>
        <p:sp>
          <p:nvSpPr>
            <p:cNvPr id="59" name="View.Front.Edge.Machine.LeftModule.Bearing_edge_20_segment_0_interval_0_Visible.1"/>
            <p:cNvSpPr/>
            <p:nvPr/>
          </p:nvSpPr>
          <p:spPr>
            <a:xfrm>
              <a:off x="1140075" y="2668163"/>
              <a:ext cx="49725" cy="497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0" name="View.Front.Edge.Machine.LeftModule.Bearing_edge_3_segment_0_interval_0_Hidden.1"/>
            <p:cNvSpPr/>
            <p:nvPr/>
          </p:nvSpPr>
          <p:spPr>
            <a:xfrm flipH="1">
              <a:off x="1140075" y="2668163"/>
              <a:ext cx="298350" cy="36"/>
            </a:xfrm>
            <a:prstGeom prst="line">
              <a:avLst/>
            </a:prstGeom>
            <a:ln w="12600">
              <a:solidFill>
                <a:srgbClr val="111111"/>
              </a:solidFill>
              <a:prstDash val="dash"/>
            </a:ln>
          </p:spPr>
        </p:sp>
        <p:sp>
          <p:nvSpPr>
            <p:cNvPr id="61" name="View.Front.Edge.Machine.LeftModule.Bearing_edge_4_segment_0_interval_0_Hidden.1"/>
            <p:cNvSpPr/>
            <p:nvPr/>
          </p:nvSpPr>
          <p:spPr>
            <a:xfrm>
              <a:off x="1140075" y="2668163"/>
              <a:ext cx="36" cy="298350"/>
            </a:xfrm>
            <a:prstGeom prst="line">
              <a:avLst/>
            </a:prstGeom>
            <a:ln w="12600">
              <a:solidFill>
                <a:srgbClr val="111111"/>
              </a:solidFill>
              <a:prstDash val="dash"/>
            </a:ln>
          </p:spPr>
        </p:sp>
        <p:sp>
          <p:nvSpPr>
            <p:cNvPr id="62" name="View.Front.Edge.Machine.LeftModule.Bearing_edge_5_segment_0_interval_0_Visible.1"/>
            <p:cNvSpPr/>
            <p:nvPr/>
          </p:nvSpPr>
          <p:spPr>
            <a:xfrm>
              <a:off x="1189800" y="2717888"/>
              <a:ext cx="36" cy="19890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3" name="View.Front.Edge.Machine.LeftModule.Bearing_edge_6_segment_0_interval_0_Visible.1"/>
            <p:cNvSpPr/>
            <p:nvPr/>
          </p:nvSpPr>
          <p:spPr>
            <a:xfrm flipH="1">
              <a:off x="1189800" y="2717888"/>
              <a:ext cx="198900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4" name="View.Front.Edge.Machine.LeftModule.Bearing_edge_7_segment_0_interval_0_Visible.1"/>
            <p:cNvSpPr/>
            <p:nvPr/>
          </p:nvSpPr>
          <p:spPr>
            <a:xfrm flipV="1">
              <a:off x="1388700" y="2717888"/>
              <a:ext cx="36" cy="19890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5" name="View.Front.Edge.Machine.LeftModule.Bearing_edge_8_segment_0_interval_0_Visible.1"/>
            <p:cNvSpPr/>
            <p:nvPr/>
          </p:nvSpPr>
          <p:spPr>
            <a:xfrm>
              <a:off x="1189800" y="2916788"/>
              <a:ext cx="198900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6" name="View.Front.Edge.Machine.LeftModule.Bearing_edge_9_segment_0_interval_0_Hidden.1"/>
            <p:cNvSpPr/>
            <p:nvPr/>
          </p:nvSpPr>
          <p:spPr>
            <a:xfrm>
              <a:off x="1438425" y="2966513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  <a:prstDash val="dash"/>
            </a:ln>
          </p:spPr>
        </p:sp>
        <p:sp>
          <p:nvSpPr>
            <p:cNvPr id="67" name="View.Front.Edge.Machine.LeftModule.Housing_edge_1_segment_0_interval_0_Hidden.1"/>
            <p:cNvSpPr/>
            <p:nvPr/>
          </p:nvSpPr>
          <p:spPr>
            <a:xfrm>
              <a:off x="792000" y="4806338"/>
              <a:ext cx="994500" cy="36"/>
            </a:xfrm>
            <a:prstGeom prst="line">
              <a:avLst/>
            </a:prstGeom>
            <a:ln w="12600">
              <a:solidFill>
                <a:srgbClr val="111111"/>
              </a:solidFill>
              <a:prstDash val="dash"/>
            </a:ln>
          </p:spPr>
        </p:sp>
        <p:sp>
          <p:nvSpPr>
            <p:cNvPr id="68" name="View.Front.Edge.Machine.LeftModule.Housing_edge_10_segment_0_interval_0_Visible.1"/>
            <p:cNvSpPr/>
            <p:nvPr/>
          </p:nvSpPr>
          <p:spPr>
            <a:xfrm>
              <a:off x="792000" y="4806338"/>
              <a:ext cx="994500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9" name="View.Front.Edge.Machine.LeftModule.Housing_edge_11_segment_0_interval_0_Hidden.1"/>
            <p:cNvSpPr/>
            <p:nvPr/>
          </p:nvSpPr>
          <p:spPr>
            <a:xfrm>
              <a:off x="792000" y="4806338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  <a:prstDash val="dash"/>
            </a:ln>
          </p:spPr>
        </p:sp>
        <p:sp>
          <p:nvSpPr>
            <p:cNvPr id="70" name="View.Front.Edge.Machine.LeftModule.Housing_edge_12_segment_0_interval_0_Hidden.1"/>
            <p:cNvSpPr/>
            <p:nvPr/>
          </p:nvSpPr>
          <p:spPr>
            <a:xfrm>
              <a:off x="1786500" y="3811838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  <a:prstDash val="dash"/>
            </a:ln>
          </p:spPr>
        </p:sp>
        <p:sp>
          <p:nvSpPr>
            <p:cNvPr id="71" name="View.Front.Edge.Machine.LeftModule.Housing_edge_13_segment_0_interval_0_Visible.1"/>
            <p:cNvSpPr/>
            <p:nvPr/>
          </p:nvSpPr>
          <p:spPr>
            <a:xfrm flipV="1">
              <a:off x="1786500" y="3811838"/>
              <a:ext cx="36" cy="99450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2" name="View.Front.Edge.Machine.LeftModule.Housing_edge_14_segment_0_interval_0_Hidden.1"/>
            <p:cNvSpPr/>
            <p:nvPr/>
          </p:nvSpPr>
          <p:spPr>
            <a:xfrm>
              <a:off x="792000" y="3811838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  <a:prstDash val="dash"/>
            </a:ln>
          </p:spPr>
        </p:sp>
        <p:sp>
          <p:nvSpPr>
            <p:cNvPr id="73" name="View.Front.Edge.Machine.LeftModule.Housing_edge_15_segment_0_interval_0_Visible.1"/>
            <p:cNvSpPr/>
            <p:nvPr/>
          </p:nvSpPr>
          <p:spPr>
            <a:xfrm flipH="1">
              <a:off x="792000" y="3811838"/>
              <a:ext cx="994500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4" name="View.Front.Edge.Machine.LeftModule.Housing_edge_16_segment_0_interval_0_Visible.1"/>
            <p:cNvSpPr/>
            <p:nvPr/>
          </p:nvSpPr>
          <p:spPr>
            <a:xfrm>
              <a:off x="792000" y="3811838"/>
              <a:ext cx="36" cy="99450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5" name="View.Front.Edge.Machine.LeftModule.Housing_edge_17_segment_0_interval_0_Visible.1"/>
            <p:cNvSpPr/>
            <p:nvPr/>
          </p:nvSpPr>
          <p:spPr>
            <a:xfrm flipH="1" flipV="1">
              <a:off x="1736775" y="4756613"/>
              <a:ext cx="49725" cy="497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6" name="View.Front.Edge.Machine.LeftModule.Housing_edge_18_segment_0_interval_0_Visible.1"/>
            <p:cNvSpPr/>
            <p:nvPr/>
          </p:nvSpPr>
          <p:spPr>
            <a:xfrm flipV="1">
              <a:off x="792000" y="4756613"/>
              <a:ext cx="49725" cy="497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7" name="View.Front.Edge.Machine.LeftModule.Housing_edge_19_segment_0_interval_0_Visible.1"/>
            <p:cNvSpPr/>
            <p:nvPr/>
          </p:nvSpPr>
          <p:spPr>
            <a:xfrm flipH="1">
              <a:off x="1736775" y="3811838"/>
              <a:ext cx="49725" cy="497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8" name="View.Front.Edge.Machine.LeftModule.Housing_edge_2_segment_0_interval_0_Hidden.1"/>
            <p:cNvSpPr/>
            <p:nvPr/>
          </p:nvSpPr>
          <p:spPr>
            <a:xfrm flipV="1">
              <a:off x="1786500" y="3811838"/>
              <a:ext cx="36" cy="994500"/>
            </a:xfrm>
            <a:prstGeom prst="line">
              <a:avLst/>
            </a:prstGeom>
            <a:ln w="12600">
              <a:solidFill>
                <a:srgbClr val="111111"/>
              </a:solidFill>
              <a:prstDash val="dash"/>
            </a:ln>
          </p:spPr>
        </p:sp>
        <p:sp>
          <p:nvSpPr>
            <p:cNvPr id="79" name="View.Front.Edge.Machine.LeftModule.Housing_edge_20_segment_0_interval_0_Visible.1"/>
            <p:cNvSpPr/>
            <p:nvPr/>
          </p:nvSpPr>
          <p:spPr>
            <a:xfrm>
              <a:off x="792000" y="3811838"/>
              <a:ext cx="49725" cy="497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0" name="View.Front.Edge.Machine.LeftModule.Housing_edge_3_segment_0_interval_0_Hidden.1"/>
            <p:cNvSpPr/>
            <p:nvPr/>
          </p:nvSpPr>
          <p:spPr>
            <a:xfrm flipH="1">
              <a:off x="792000" y="3811838"/>
              <a:ext cx="994500" cy="36"/>
            </a:xfrm>
            <a:prstGeom prst="line">
              <a:avLst/>
            </a:prstGeom>
            <a:ln w="12600">
              <a:solidFill>
                <a:srgbClr val="111111"/>
              </a:solidFill>
              <a:prstDash val="dash"/>
            </a:ln>
          </p:spPr>
        </p:sp>
        <p:sp>
          <p:nvSpPr>
            <p:cNvPr id="81" name="View.Front.Edge.Machine.LeftModule.Housing_edge_4_segment_0_interval_0_Hidden.1"/>
            <p:cNvSpPr/>
            <p:nvPr/>
          </p:nvSpPr>
          <p:spPr>
            <a:xfrm>
              <a:off x="792000" y="3811838"/>
              <a:ext cx="36" cy="994500"/>
            </a:xfrm>
            <a:prstGeom prst="line">
              <a:avLst/>
            </a:prstGeom>
            <a:ln w="12600">
              <a:solidFill>
                <a:srgbClr val="111111"/>
              </a:solidFill>
              <a:prstDash val="dash"/>
            </a:ln>
          </p:spPr>
        </p:sp>
        <p:sp>
          <p:nvSpPr>
            <p:cNvPr id="82" name="View.Front.Edge.Machine.LeftModule.Housing_edge_5_segment_0_interval_0_Visible.1"/>
            <p:cNvSpPr/>
            <p:nvPr/>
          </p:nvSpPr>
          <p:spPr>
            <a:xfrm>
              <a:off x="841725" y="3861563"/>
              <a:ext cx="36" cy="8950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3" name="View.Front.Edge.Machine.LeftModule.Housing_edge_6_segment_0_interval_0_Visible.1"/>
            <p:cNvSpPr/>
            <p:nvPr/>
          </p:nvSpPr>
          <p:spPr>
            <a:xfrm flipH="1">
              <a:off x="841725" y="3861563"/>
              <a:ext cx="895050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4" name="View.Front.Edge.Machine.LeftModule.Housing_edge_7_segment_0_interval_0_Visible.1"/>
            <p:cNvSpPr/>
            <p:nvPr/>
          </p:nvSpPr>
          <p:spPr>
            <a:xfrm flipV="1">
              <a:off x="1736775" y="3861563"/>
              <a:ext cx="36" cy="8950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5" name="View.Front.Edge.Machine.LeftModule.Housing_edge_8_segment_0_interval_0_Visible.1"/>
            <p:cNvSpPr/>
            <p:nvPr/>
          </p:nvSpPr>
          <p:spPr>
            <a:xfrm>
              <a:off x="841725" y="4756613"/>
              <a:ext cx="895050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6" name="View.Front.Edge.Machine.LeftModule.Housing_edge_9_segment_0_interval_0_Hidden.1"/>
            <p:cNvSpPr/>
            <p:nvPr/>
          </p:nvSpPr>
          <p:spPr>
            <a:xfrm>
              <a:off x="1786500" y="4806338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  <a:prstDash val="dash"/>
            </a:ln>
          </p:spPr>
        </p:sp>
        <p:sp>
          <p:nvSpPr>
            <p:cNvPr id="87" name="View.Front.Edge.Machine.LeftModule.Shaft_edge_1_segment_0_interval_0_Hidden.1"/>
            <p:cNvSpPr/>
            <p:nvPr/>
          </p:nvSpPr>
          <p:spPr>
            <a:xfrm>
              <a:off x="1090350" y="4507988"/>
              <a:ext cx="397800" cy="36"/>
            </a:xfrm>
            <a:prstGeom prst="line">
              <a:avLst/>
            </a:prstGeom>
            <a:ln w="12600">
              <a:solidFill>
                <a:srgbClr val="111111"/>
              </a:solidFill>
              <a:prstDash val="dash"/>
            </a:ln>
          </p:spPr>
        </p:sp>
        <p:sp>
          <p:nvSpPr>
            <p:cNvPr id="88" name="View.Front.Edge.Machine.LeftModule.Shaft_edge_10_segment_0_interval_0_Visible.1"/>
            <p:cNvSpPr/>
            <p:nvPr/>
          </p:nvSpPr>
          <p:spPr>
            <a:xfrm>
              <a:off x="1090350" y="4507988"/>
              <a:ext cx="397800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9" name="View.Front.Edge.Machine.LeftModule.Shaft_edge_11_segment_0_interval_0_Hidden.1"/>
            <p:cNvSpPr/>
            <p:nvPr/>
          </p:nvSpPr>
          <p:spPr>
            <a:xfrm>
              <a:off x="1090350" y="4507988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  <a:prstDash val="dash"/>
            </a:ln>
          </p:spPr>
        </p:sp>
        <p:sp>
          <p:nvSpPr>
            <p:cNvPr id="90" name="View.Front.Edge.Machine.LeftModule.Shaft_edge_12_segment_0_interval_0_Hidden.1"/>
            <p:cNvSpPr/>
            <p:nvPr/>
          </p:nvSpPr>
          <p:spPr>
            <a:xfrm>
              <a:off x="1488150" y="4110188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  <a:prstDash val="dash"/>
            </a:ln>
          </p:spPr>
        </p:sp>
        <p:sp>
          <p:nvSpPr>
            <p:cNvPr id="91" name="View.Front.Edge.Machine.LeftModule.Shaft_edge_13_segment_0_interval_0_Visible.1"/>
            <p:cNvSpPr/>
            <p:nvPr/>
          </p:nvSpPr>
          <p:spPr>
            <a:xfrm flipV="1">
              <a:off x="1488150" y="4110188"/>
              <a:ext cx="36" cy="39780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92" name="View.Front.Edge.Machine.LeftModule.Shaft_edge_14_segment_0_interval_0_Hidden.1"/>
            <p:cNvSpPr/>
            <p:nvPr/>
          </p:nvSpPr>
          <p:spPr>
            <a:xfrm>
              <a:off x="1090350" y="4110188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  <a:prstDash val="dash"/>
            </a:ln>
          </p:spPr>
        </p:sp>
        <p:sp>
          <p:nvSpPr>
            <p:cNvPr id="93" name="View.Front.Edge.Machine.LeftModule.Shaft_edge_15_segment_0_interval_0_Visible.1"/>
            <p:cNvSpPr/>
            <p:nvPr/>
          </p:nvSpPr>
          <p:spPr>
            <a:xfrm flipH="1">
              <a:off x="1090350" y="4110188"/>
              <a:ext cx="397800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94" name="View.Front.Edge.Machine.LeftModule.Shaft_edge_16_segment_0_interval_0_Visible.1"/>
            <p:cNvSpPr/>
            <p:nvPr/>
          </p:nvSpPr>
          <p:spPr>
            <a:xfrm>
              <a:off x="1090350" y="4110188"/>
              <a:ext cx="36" cy="39780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95" name="View.Front.Edge.Machine.LeftModule.Shaft_edge_17_segment_0_interval_0_Visible.1"/>
            <p:cNvSpPr/>
            <p:nvPr/>
          </p:nvSpPr>
          <p:spPr>
            <a:xfrm flipH="1" flipV="1">
              <a:off x="1438425" y="4458263"/>
              <a:ext cx="49725" cy="497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96" name="View.Front.Edge.Machine.LeftModule.Shaft_edge_18_segment_0_interval_0_Visible.1"/>
            <p:cNvSpPr/>
            <p:nvPr/>
          </p:nvSpPr>
          <p:spPr>
            <a:xfrm flipV="1">
              <a:off x="1090350" y="4458263"/>
              <a:ext cx="49725" cy="497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97" name="View.Front.Edge.Machine.LeftModule.Shaft_edge_19_segment_0_interval_0_Visible.1"/>
            <p:cNvSpPr/>
            <p:nvPr/>
          </p:nvSpPr>
          <p:spPr>
            <a:xfrm flipH="1">
              <a:off x="1438425" y="4110188"/>
              <a:ext cx="49725" cy="497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98" name="View.Front.Edge.Machine.LeftModule.Shaft_edge_2_segment_0_interval_0_Hidden.1"/>
            <p:cNvSpPr/>
            <p:nvPr/>
          </p:nvSpPr>
          <p:spPr>
            <a:xfrm flipV="1">
              <a:off x="1488150" y="4110188"/>
              <a:ext cx="36" cy="397800"/>
            </a:xfrm>
            <a:prstGeom prst="line">
              <a:avLst/>
            </a:prstGeom>
            <a:ln w="12600">
              <a:solidFill>
                <a:srgbClr val="111111"/>
              </a:solidFill>
              <a:prstDash val="dash"/>
            </a:ln>
          </p:spPr>
        </p:sp>
        <p:sp>
          <p:nvSpPr>
            <p:cNvPr id="99" name="View.Front.Edge.Machine.LeftModule.Shaft_edge_20_segment_0_interval_0_Visible.1"/>
            <p:cNvSpPr/>
            <p:nvPr/>
          </p:nvSpPr>
          <p:spPr>
            <a:xfrm>
              <a:off x="1090350" y="4110188"/>
              <a:ext cx="49725" cy="497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00" name="View.Front.Edge.Machine.LeftModule.Shaft_edge_3_segment_0_interval_0_Hidden.1"/>
            <p:cNvSpPr/>
            <p:nvPr/>
          </p:nvSpPr>
          <p:spPr>
            <a:xfrm flipH="1">
              <a:off x="1090350" y="4110188"/>
              <a:ext cx="397800" cy="36"/>
            </a:xfrm>
            <a:prstGeom prst="line">
              <a:avLst/>
            </a:prstGeom>
            <a:ln w="12600">
              <a:solidFill>
                <a:srgbClr val="111111"/>
              </a:solidFill>
              <a:prstDash val="dash"/>
            </a:ln>
          </p:spPr>
        </p:sp>
        <p:sp>
          <p:nvSpPr>
            <p:cNvPr id="101" name="View.Front.Edge.Machine.LeftModule.Shaft_edge_4_segment_0_interval_0_Hidden.1"/>
            <p:cNvSpPr/>
            <p:nvPr/>
          </p:nvSpPr>
          <p:spPr>
            <a:xfrm>
              <a:off x="1090350" y="4110188"/>
              <a:ext cx="36" cy="397800"/>
            </a:xfrm>
            <a:prstGeom prst="line">
              <a:avLst/>
            </a:prstGeom>
            <a:ln w="12600">
              <a:solidFill>
                <a:srgbClr val="111111"/>
              </a:solidFill>
              <a:prstDash val="dash"/>
            </a:ln>
          </p:spPr>
        </p:sp>
        <p:sp>
          <p:nvSpPr>
            <p:cNvPr id="102" name="View.Front.Edge.Machine.LeftModule.Shaft_edge_5_segment_0_interval_0_Visible.1"/>
            <p:cNvSpPr/>
            <p:nvPr/>
          </p:nvSpPr>
          <p:spPr>
            <a:xfrm>
              <a:off x="1140075" y="4159913"/>
              <a:ext cx="36" cy="2983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03" name="View.Front.Edge.Machine.LeftModule.Shaft_edge_6_segment_0_interval_0_Visible.1"/>
            <p:cNvSpPr/>
            <p:nvPr/>
          </p:nvSpPr>
          <p:spPr>
            <a:xfrm flipH="1">
              <a:off x="1140075" y="4159913"/>
              <a:ext cx="298350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04" name="View.Front.Edge.Machine.LeftModule.Shaft_edge_7_segment_0_interval_0_Visible.1"/>
            <p:cNvSpPr/>
            <p:nvPr/>
          </p:nvSpPr>
          <p:spPr>
            <a:xfrm flipV="1">
              <a:off x="1438425" y="4159913"/>
              <a:ext cx="36" cy="2983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05" name="View.Front.Edge.Machine.LeftModule.Shaft_edge_8_segment_0_interval_0_Visible.1"/>
            <p:cNvSpPr/>
            <p:nvPr/>
          </p:nvSpPr>
          <p:spPr>
            <a:xfrm>
              <a:off x="1140075" y="4458263"/>
              <a:ext cx="298350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06" name="View.Front.Edge.Machine.LeftModule.Shaft_edge_9_segment_0_interval_0_Hidden.1"/>
            <p:cNvSpPr/>
            <p:nvPr/>
          </p:nvSpPr>
          <p:spPr>
            <a:xfrm>
              <a:off x="1488150" y="4507988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  <a:prstDash val="dash"/>
            </a:ln>
          </p:spPr>
        </p:sp>
        <p:sp>
          <p:nvSpPr>
            <p:cNvPr id="107" name="View.Front.Edge.Machine.LeftModule.Spacer_edge_1_segment_0_interval_0_Hidden.1"/>
            <p:cNvSpPr/>
            <p:nvPr/>
          </p:nvSpPr>
          <p:spPr>
            <a:xfrm>
              <a:off x="1140075" y="1972013"/>
              <a:ext cx="298350" cy="36"/>
            </a:xfrm>
            <a:prstGeom prst="line">
              <a:avLst/>
            </a:prstGeom>
            <a:ln w="12600">
              <a:solidFill>
                <a:srgbClr val="111111"/>
              </a:solidFill>
              <a:prstDash val="dash"/>
            </a:ln>
          </p:spPr>
        </p:sp>
        <p:sp>
          <p:nvSpPr>
            <p:cNvPr id="108" name="View.Front.Edge.Machine.LeftModule.Spacer_edge_10_segment_0_interval_0_Visible.1"/>
            <p:cNvSpPr/>
            <p:nvPr/>
          </p:nvSpPr>
          <p:spPr>
            <a:xfrm>
              <a:off x="1140075" y="1972013"/>
              <a:ext cx="298350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09" name="View.Front.Edge.Machine.LeftModule.Spacer_edge_11_segment_0_interval_0_Hidden.1"/>
            <p:cNvSpPr/>
            <p:nvPr/>
          </p:nvSpPr>
          <p:spPr>
            <a:xfrm>
              <a:off x="1140075" y="1972013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  <a:prstDash val="dash"/>
            </a:ln>
          </p:spPr>
        </p:sp>
        <p:sp>
          <p:nvSpPr>
            <p:cNvPr id="110" name="View.Front.Edge.Machine.LeftModule.Spacer_edge_12_segment_0_interval_0_Hidden.1"/>
            <p:cNvSpPr/>
            <p:nvPr/>
          </p:nvSpPr>
          <p:spPr>
            <a:xfrm>
              <a:off x="1438425" y="1673662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  <a:prstDash val="dash"/>
            </a:ln>
          </p:spPr>
        </p:sp>
        <p:sp>
          <p:nvSpPr>
            <p:cNvPr id="111" name="View.Front.Edge.Machine.LeftModule.Spacer_edge_13_segment_0_interval_0_Visible.1"/>
            <p:cNvSpPr/>
            <p:nvPr/>
          </p:nvSpPr>
          <p:spPr>
            <a:xfrm flipV="1">
              <a:off x="1438425" y="1673662"/>
              <a:ext cx="36" cy="2983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12" name="View.Front.Edge.Machine.LeftModule.Spacer_edge_14_segment_0_interval_0_Hidden.1"/>
            <p:cNvSpPr/>
            <p:nvPr/>
          </p:nvSpPr>
          <p:spPr>
            <a:xfrm>
              <a:off x="1140075" y="1673662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  <a:prstDash val="dash"/>
            </a:ln>
          </p:spPr>
        </p:sp>
        <p:sp>
          <p:nvSpPr>
            <p:cNvPr id="113" name="View.Front.Edge.Machine.LeftModule.Spacer_edge_15_segment_0_interval_0_Visible.1"/>
            <p:cNvSpPr/>
            <p:nvPr/>
          </p:nvSpPr>
          <p:spPr>
            <a:xfrm flipH="1">
              <a:off x="1140075" y="1673662"/>
              <a:ext cx="298350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14" name="View.Front.Edge.Machine.LeftModule.Spacer_edge_16_segment_0_interval_0_Visible.1"/>
            <p:cNvSpPr/>
            <p:nvPr/>
          </p:nvSpPr>
          <p:spPr>
            <a:xfrm>
              <a:off x="1140075" y="1673662"/>
              <a:ext cx="36" cy="2983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15" name="View.Front.Edge.Machine.LeftModule.Spacer_edge_17_segment_0_interval_0_Visible.1"/>
            <p:cNvSpPr/>
            <p:nvPr/>
          </p:nvSpPr>
          <p:spPr>
            <a:xfrm flipH="1" flipV="1">
              <a:off x="1388700" y="1922287"/>
              <a:ext cx="49725" cy="497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16" name="View.Front.Edge.Machine.LeftModule.Spacer_edge_18_segment_0_interval_0_Visible.1"/>
            <p:cNvSpPr/>
            <p:nvPr/>
          </p:nvSpPr>
          <p:spPr>
            <a:xfrm flipV="1">
              <a:off x="1140075" y="1922287"/>
              <a:ext cx="49725" cy="497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17" name="View.Front.Edge.Machine.LeftModule.Spacer_edge_19_segment_0_interval_0_Visible.1"/>
            <p:cNvSpPr/>
            <p:nvPr/>
          </p:nvSpPr>
          <p:spPr>
            <a:xfrm flipH="1">
              <a:off x="1388700" y="1673662"/>
              <a:ext cx="49725" cy="497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18" name="View.Front.Edge.Machine.LeftModule.Spacer_edge_2_segment_0_interval_0_Hidden.1"/>
            <p:cNvSpPr/>
            <p:nvPr/>
          </p:nvSpPr>
          <p:spPr>
            <a:xfrm flipV="1">
              <a:off x="1438425" y="1673662"/>
              <a:ext cx="36" cy="298350"/>
            </a:xfrm>
            <a:prstGeom prst="line">
              <a:avLst/>
            </a:prstGeom>
            <a:ln w="12600">
              <a:solidFill>
                <a:srgbClr val="111111"/>
              </a:solidFill>
              <a:prstDash val="dash"/>
            </a:ln>
          </p:spPr>
        </p:sp>
        <p:sp>
          <p:nvSpPr>
            <p:cNvPr id="119" name="View.Front.Edge.Machine.LeftModule.Spacer_edge_20_segment_0_interval_0_Visible.1"/>
            <p:cNvSpPr/>
            <p:nvPr/>
          </p:nvSpPr>
          <p:spPr>
            <a:xfrm>
              <a:off x="1140075" y="1673662"/>
              <a:ext cx="49725" cy="497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20" name="View.Front.Edge.Machine.LeftModule.Spacer_edge_3_segment_0_interval_0_Hidden.1"/>
            <p:cNvSpPr/>
            <p:nvPr/>
          </p:nvSpPr>
          <p:spPr>
            <a:xfrm flipH="1">
              <a:off x="1140075" y="1673662"/>
              <a:ext cx="298350" cy="36"/>
            </a:xfrm>
            <a:prstGeom prst="line">
              <a:avLst/>
            </a:prstGeom>
            <a:ln w="12600">
              <a:solidFill>
                <a:srgbClr val="111111"/>
              </a:solidFill>
              <a:prstDash val="dash"/>
            </a:ln>
          </p:spPr>
        </p:sp>
        <p:sp>
          <p:nvSpPr>
            <p:cNvPr id="121" name="View.Front.Edge.Machine.LeftModule.Spacer_edge_4_segment_0_interval_0_Hidden.1"/>
            <p:cNvSpPr/>
            <p:nvPr/>
          </p:nvSpPr>
          <p:spPr>
            <a:xfrm>
              <a:off x="1140075" y="1673662"/>
              <a:ext cx="36" cy="298350"/>
            </a:xfrm>
            <a:prstGeom prst="line">
              <a:avLst/>
            </a:prstGeom>
            <a:ln w="12600">
              <a:solidFill>
                <a:srgbClr val="111111"/>
              </a:solidFill>
              <a:prstDash val="dash"/>
            </a:ln>
          </p:spPr>
        </p:sp>
        <p:sp>
          <p:nvSpPr>
            <p:cNvPr id="122" name="View.Front.Edge.Machine.LeftModule.Spacer_edge_5_segment_0_interval_0_Visible.1"/>
            <p:cNvSpPr/>
            <p:nvPr/>
          </p:nvSpPr>
          <p:spPr>
            <a:xfrm>
              <a:off x="1189800" y="1723388"/>
              <a:ext cx="36" cy="19890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23" name="View.Front.Edge.Machine.LeftModule.Spacer_edge_6_segment_0_interval_0_Visible.1"/>
            <p:cNvSpPr/>
            <p:nvPr/>
          </p:nvSpPr>
          <p:spPr>
            <a:xfrm flipH="1">
              <a:off x="1189800" y="1723388"/>
              <a:ext cx="198900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24" name="View.Front.Edge.Machine.LeftModule.Spacer_edge_7_segment_0_interval_0_Visible.1"/>
            <p:cNvSpPr/>
            <p:nvPr/>
          </p:nvSpPr>
          <p:spPr>
            <a:xfrm flipV="1">
              <a:off x="1388700" y="1723388"/>
              <a:ext cx="36" cy="19890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25" name="View.Front.Edge.Machine.LeftModule.Spacer_edge_8_segment_0_interval_0_Visible.1"/>
            <p:cNvSpPr/>
            <p:nvPr/>
          </p:nvSpPr>
          <p:spPr>
            <a:xfrm>
              <a:off x="1189800" y="1922287"/>
              <a:ext cx="198900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26" name="View.Front.Edge.Machine.LeftModule.Spacer_edge_9_segment_0_interval_0_Hidden.1"/>
            <p:cNvSpPr/>
            <p:nvPr/>
          </p:nvSpPr>
          <p:spPr>
            <a:xfrm>
              <a:off x="1438425" y="1972013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  <a:prstDash val="dash"/>
            </a:ln>
          </p:spPr>
        </p:sp>
        <p:sp>
          <p:nvSpPr>
            <p:cNvPr id="127" name="View.Front.Edge.Machine.RightModule.Bearing_edge_1_segment_0_interval_0_Hidden.1"/>
            <p:cNvSpPr/>
            <p:nvPr/>
          </p:nvSpPr>
          <p:spPr>
            <a:xfrm>
              <a:off x="4123575" y="2966513"/>
              <a:ext cx="298350" cy="36"/>
            </a:xfrm>
            <a:prstGeom prst="line">
              <a:avLst/>
            </a:prstGeom>
            <a:ln w="12600">
              <a:solidFill>
                <a:srgbClr val="111111"/>
              </a:solidFill>
              <a:prstDash val="dash"/>
            </a:ln>
          </p:spPr>
        </p:sp>
        <p:sp>
          <p:nvSpPr>
            <p:cNvPr id="128" name="View.Front.Edge.Machine.RightModule.Bearing_edge_10_segment_0_interval_0_Visible.1"/>
            <p:cNvSpPr/>
            <p:nvPr/>
          </p:nvSpPr>
          <p:spPr>
            <a:xfrm>
              <a:off x="4123575" y="2966513"/>
              <a:ext cx="298350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29" name="View.Front.Edge.Machine.RightModule.Bearing_edge_11_segment_0_interval_0_Hidden.1"/>
            <p:cNvSpPr/>
            <p:nvPr/>
          </p:nvSpPr>
          <p:spPr>
            <a:xfrm>
              <a:off x="4123575" y="2966513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  <a:prstDash val="dash"/>
            </a:ln>
          </p:spPr>
        </p:sp>
        <p:sp>
          <p:nvSpPr>
            <p:cNvPr id="130" name="View.Front.Edge.Machine.RightModule.Bearing_edge_12_segment_0_interval_0_Hidden.1"/>
            <p:cNvSpPr/>
            <p:nvPr/>
          </p:nvSpPr>
          <p:spPr>
            <a:xfrm>
              <a:off x="4421925" y="2668163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  <a:prstDash val="dash"/>
            </a:ln>
          </p:spPr>
        </p:sp>
        <p:sp>
          <p:nvSpPr>
            <p:cNvPr id="131" name="View.Front.Edge.Machine.RightModule.Bearing_edge_13_segment_0_interval_0_Visible.1"/>
            <p:cNvSpPr/>
            <p:nvPr/>
          </p:nvSpPr>
          <p:spPr>
            <a:xfrm flipV="1">
              <a:off x="4421925" y="2668163"/>
              <a:ext cx="36" cy="2983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32" name="View.Front.Edge.Machine.RightModule.Bearing_edge_14_segment_0_interval_0_Hidden.1"/>
            <p:cNvSpPr/>
            <p:nvPr/>
          </p:nvSpPr>
          <p:spPr>
            <a:xfrm>
              <a:off x="4123575" y="2668163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  <a:prstDash val="dash"/>
            </a:ln>
          </p:spPr>
        </p:sp>
        <p:sp>
          <p:nvSpPr>
            <p:cNvPr id="133" name="View.Front.Edge.Machine.RightModule.Bearing_edge_15_segment_0_interval_0_Visible.1"/>
            <p:cNvSpPr/>
            <p:nvPr/>
          </p:nvSpPr>
          <p:spPr>
            <a:xfrm flipH="1">
              <a:off x="4123575" y="2668163"/>
              <a:ext cx="298350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34" name="View.Front.Edge.Machine.RightModule.Bearing_edge_16_segment_0_interval_0_Visible.1"/>
            <p:cNvSpPr/>
            <p:nvPr/>
          </p:nvSpPr>
          <p:spPr>
            <a:xfrm>
              <a:off x="4123575" y="2668163"/>
              <a:ext cx="36" cy="2983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35" name="View.Front.Edge.Machine.RightModule.Bearing_edge_17_segment_0_interval_0_Visible.1"/>
            <p:cNvSpPr/>
            <p:nvPr/>
          </p:nvSpPr>
          <p:spPr>
            <a:xfrm flipH="1" flipV="1">
              <a:off x="4372200" y="2916788"/>
              <a:ext cx="49725" cy="497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36" name="View.Front.Edge.Machine.RightModule.Bearing_edge_18_segment_0_interval_0_Visible.1"/>
            <p:cNvSpPr/>
            <p:nvPr/>
          </p:nvSpPr>
          <p:spPr>
            <a:xfrm flipV="1">
              <a:off x="4123575" y="2916788"/>
              <a:ext cx="49725" cy="497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37" name="View.Front.Edge.Machine.RightModule.Bearing_edge_19_segment_0_interval_0_Visible.1"/>
            <p:cNvSpPr/>
            <p:nvPr/>
          </p:nvSpPr>
          <p:spPr>
            <a:xfrm flipH="1">
              <a:off x="4372200" y="2668163"/>
              <a:ext cx="49725" cy="497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38" name="View.Front.Edge.Machine.RightModule.Bearing_edge_2_segment_0_interval_0_Hidden.1"/>
            <p:cNvSpPr/>
            <p:nvPr/>
          </p:nvSpPr>
          <p:spPr>
            <a:xfrm flipV="1">
              <a:off x="4421925" y="2668163"/>
              <a:ext cx="36" cy="298350"/>
            </a:xfrm>
            <a:prstGeom prst="line">
              <a:avLst/>
            </a:prstGeom>
            <a:ln w="12600">
              <a:solidFill>
                <a:srgbClr val="111111"/>
              </a:solidFill>
              <a:prstDash val="dash"/>
            </a:ln>
          </p:spPr>
        </p:sp>
        <p:sp>
          <p:nvSpPr>
            <p:cNvPr id="139" name="View.Front.Edge.Machine.RightModule.Bearing_edge_20_segment_0_interval_0_Visible.1"/>
            <p:cNvSpPr/>
            <p:nvPr/>
          </p:nvSpPr>
          <p:spPr>
            <a:xfrm>
              <a:off x="4123575" y="2668163"/>
              <a:ext cx="49725" cy="497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40" name="View.Front.Edge.Machine.RightModule.Bearing_edge_3_segment_0_interval_0_Hidden.1"/>
            <p:cNvSpPr/>
            <p:nvPr/>
          </p:nvSpPr>
          <p:spPr>
            <a:xfrm flipH="1">
              <a:off x="4123575" y="2668163"/>
              <a:ext cx="298350" cy="36"/>
            </a:xfrm>
            <a:prstGeom prst="line">
              <a:avLst/>
            </a:prstGeom>
            <a:ln w="12600">
              <a:solidFill>
                <a:srgbClr val="111111"/>
              </a:solidFill>
              <a:prstDash val="dash"/>
            </a:ln>
          </p:spPr>
        </p:sp>
        <p:sp>
          <p:nvSpPr>
            <p:cNvPr id="141" name="View.Front.Edge.Machine.RightModule.Bearing_edge_4_segment_0_interval_0_Hidden.1"/>
            <p:cNvSpPr/>
            <p:nvPr/>
          </p:nvSpPr>
          <p:spPr>
            <a:xfrm>
              <a:off x="4123575" y="2668163"/>
              <a:ext cx="36" cy="298350"/>
            </a:xfrm>
            <a:prstGeom prst="line">
              <a:avLst/>
            </a:prstGeom>
            <a:ln w="12600">
              <a:solidFill>
                <a:srgbClr val="111111"/>
              </a:solidFill>
              <a:prstDash val="dash"/>
            </a:ln>
          </p:spPr>
        </p:sp>
        <p:sp>
          <p:nvSpPr>
            <p:cNvPr id="142" name="View.Front.Edge.Machine.RightModule.Bearing_edge_5_segment_0_interval_0_Visible.1"/>
            <p:cNvSpPr/>
            <p:nvPr/>
          </p:nvSpPr>
          <p:spPr>
            <a:xfrm>
              <a:off x="4173300" y="2717888"/>
              <a:ext cx="36" cy="19890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43" name="View.Front.Edge.Machine.RightModule.Bearing_edge_6_segment_0_interval_0_Visible.1"/>
            <p:cNvSpPr/>
            <p:nvPr/>
          </p:nvSpPr>
          <p:spPr>
            <a:xfrm flipH="1">
              <a:off x="4173300" y="2717888"/>
              <a:ext cx="198900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44" name="View.Front.Edge.Machine.RightModule.Bearing_edge_7_segment_0_interval_0_Visible.1"/>
            <p:cNvSpPr/>
            <p:nvPr/>
          </p:nvSpPr>
          <p:spPr>
            <a:xfrm flipV="1">
              <a:off x="4372200" y="2717888"/>
              <a:ext cx="36" cy="19890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45" name="View.Front.Edge.Machine.RightModule.Bearing_edge_8_segment_0_interval_0_Visible.1"/>
            <p:cNvSpPr/>
            <p:nvPr/>
          </p:nvSpPr>
          <p:spPr>
            <a:xfrm>
              <a:off x="4173300" y="2916788"/>
              <a:ext cx="198900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46" name="View.Front.Edge.Machine.RightModule.Bearing_edge_9_segment_0_interval_0_Hidden.1"/>
            <p:cNvSpPr/>
            <p:nvPr/>
          </p:nvSpPr>
          <p:spPr>
            <a:xfrm>
              <a:off x="4421925" y="2966513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  <a:prstDash val="dash"/>
            </a:ln>
          </p:spPr>
        </p:sp>
        <p:sp>
          <p:nvSpPr>
            <p:cNvPr id="147" name="View.Front.Edge.Machine.RightModule.Housing_edge_1_segment_0_interval_0_Hidden.1"/>
            <p:cNvSpPr/>
            <p:nvPr/>
          </p:nvSpPr>
          <p:spPr>
            <a:xfrm>
              <a:off x="3775500" y="4806338"/>
              <a:ext cx="994500" cy="36"/>
            </a:xfrm>
            <a:prstGeom prst="line">
              <a:avLst/>
            </a:prstGeom>
            <a:ln w="12600">
              <a:solidFill>
                <a:srgbClr val="111111"/>
              </a:solidFill>
              <a:prstDash val="dash"/>
            </a:ln>
          </p:spPr>
        </p:sp>
        <p:sp>
          <p:nvSpPr>
            <p:cNvPr id="148" name="View.Front.Edge.Machine.RightModule.Housing_edge_10_segment_0_interval_0_Visible.1"/>
            <p:cNvSpPr/>
            <p:nvPr/>
          </p:nvSpPr>
          <p:spPr>
            <a:xfrm>
              <a:off x="3775500" y="4806338"/>
              <a:ext cx="994500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49" name="View.Front.Edge.Machine.RightModule.Housing_edge_11_segment_0_interval_0_Hidden.1"/>
            <p:cNvSpPr/>
            <p:nvPr/>
          </p:nvSpPr>
          <p:spPr>
            <a:xfrm>
              <a:off x="3775500" y="4806338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  <a:prstDash val="dash"/>
            </a:ln>
          </p:spPr>
        </p:sp>
        <p:sp>
          <p:nvSpPr>
            <p:cNvPr id="150" name="View.Front.Edge.Machine.RightModule.Housing_edge_12_segment_0_interval_0_Hidden.1"/>
            <p:cNvSpPr/>
            <p:nvPr/>
          </p:nvSpPr>
          <p:spPr>
            <a:xfrm>
              <a:off x="4770000" y="3811838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  <a:prstDash val="dash"/>
            </a:ln>
          </p:spPr>
        </p:sp>
        <p:sp>
          <p:nvSpPr>
            <p:cNvPr id="151" name="View.Front.Edge.Machine.RightModule.Housing_edge_13_segment_0_interval_0_Visible.1"/>
            <p:cNvSpPr/>
            <p:nvPr/>
          </p:nvSpPr>
          <p:spPr>
            <a:xfrm flipV="1">
              <a:off x="4770000" y="3811838"/>
              <a:ext cx="36" cy="99450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52" name="View.Front.Edge.Machine.RightModule.Housing_edge_14_segment_0_interval_0_Hidden.1"/>
            <p:cNvSpPr/>
            <p:nvPr/>
          </p:nvSpPr>
          <p:spPr>
            <a:xfrm>
              <a:off x="3775500" y="3811838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  <a:prstDash val="dash"/>
            </a:ln>
          </p:spPr>
        </p:sp>
        <p:sp>
          <p:nvSpPr>
            <p:cNvPr id="153" name="View.Front.Edge.Machine.RightModule.Housing_edge_15_segment_0_interval_0_Visible.1"/>
            <p:cNvSpPr/>
            <p:nvPr/>
          </p:nvSpPr>
          <p:spPr>
            <a:xfrm flipH="1">
              <a:off x="3775500" y="3811838"/>
              <a:ext cx="994500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54" name="View.Front.Edge.Machine.RightModule.Housing_edge_16_segment_0_interval_0_Visible.1"/>
            <p:cNvSpPr/>
            <p:nvPr/>
          </p:nvSpPr>
          <p:spPr>
            <a:xfrm>
              <a:off x="3775500" y="3811838"/>
              <a:ext cx="36" cy="99450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55" name="View.Front.Edge.Machine.RightModule.Housing_edge_17_segment_0_interval_0_Visible.1"/>
            <p:cNvSpPr/>
            <p:nvPr/>
          </p:nvSpPr>
          <p:spPr>
            <a:xfrm flipH="1" flipV="1">
              <a:off x="4720275" y="4756613"/>
              <a:ext cx="49725" cy="497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56" name="View.Front.Edge.Machine.RightModule.Housing_edge_18_segment_0_interval_0_Visible.1"/>
            <p:cNvSpPr/>
            <p:nvPr/>
          </p:nvSpPr>
          <p:spPr>
            <a:xfrm flipV="1">
              <a:off x="3775500" y="4756613"/>
              <a:ext cx="49725" cy="497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57" name="View.Front.Edge.Machine.RightModule.Housing_edge_19_segment_0_interval_0_Visible.1"/>
            <p:cNvSpPr/>
            <p:nvPr/>
          </p:nvSpPr>
          <p:spPr>
            <a:xfrm flipH="1">
              <a:off x="4720275" y="3811838"/>
              <a:ext cx="49725" cy="497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58" name="View.Front.Edge.Machine.RightModule.Housing_edge_2_segment_0_interval_0_Hidden.1"/>
            <p:cNvSpPr/>
            <p:nvPr/>
          </p:nvSpPr>
          <p:spPr>
            <a:xfrm flipV="1">
              <a:off x="4770000" y="3811838"/>
              <a:ext cx="36" cy="994500"/>
            </a:xfrm>
            <a:prstGeom prst="line">
              <a:avLst/>
            </a:prstGeom>
            <a:ln w="12600">
              <a:solidFill>
                <a:srgbClr val="111111"/>
              </a:solidFill>
              <a:prstDash val="dash"/>
            </a:ln>
          </p:spPr>
        </p:sp>
        <p:sp>
          <p:nvSpPr>
            <p:cNvPr id="159" name="View.Front.Edge.Machine.RightModule.Housing_edge_20_segment_0_interval_0_Visible.1"/>
            <p:cNvSpPr/>
            <p:nvPr/>
          </p:nvSpPr>
          <p:spPr>
            <a:xfrm>
              <a:off x="3775500" y="3811838"/>
              <a:ext cx="49725" cy="497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60" name="View.Front.Edge.Machine.RightModule.Housing_edge_3_segment_0_interval_0_Hidden.1"/>
            <p:cNvSpPr/>
            <p:nvPr/>
          </p:nvSpPr>
          <p:spPr>
            <a:xfrm flipH="1">
              <a:off x="3775500" y="3811838"/>
              <a:ext cx="994500" cy="36"/>
            </a:xfrm>
            <a:prstGeom prst="line">
              <a:avLst/>
            </a:prstGeom>
            <a:ln w="12600">
              <a:solidFill>
                <a:srgbClr val="111111"/>
              </a:solidFill>
              <a:prstDash val="dash"/>
            </a:ln>
          </p:spPr>
        </p:sp>
        <p:sp>
          <p:nvSpPr>
            <p:cNvPr id="161" name="View.Front.Edge.Machine.RightModule.Housing_edge_4_segment_0_interval_0_Hidden.1"/>
            <p:cNvSpPr/>
            <p:nvPr/>
          </p:nvSpPr>
          <p:spPr>
            <a:xfrm>
              <a:off x="3775500" y="3811838"/>
              <a:ext cx="36" cy="994500"/>
            </a:xfrm>
            <a:prstGeom prst="line">
              <a:avLst/>
            </a:prstGeom>
            <a:ln w="12600">
              <a:solidFill>
                <a:srgbClr val="111111"/>
              </a:solidFill>
              <a:prstDash val="dash"/>
            </a:ln>
          </p:spPr>
        </p:sp>
        <p:sp>
          <p:nvSpPr>
            <p:cNvPr id="162" name="View.Front.Edge.Machine.RightModule.Housing_edge_5_segment_0_interval_0_Visible.1"/>
            <p:cNvSpPr/>
            <p:nvPr/>
          </p:nvSpPr>
          <p:spPr>
            <a:xfrm>
              <a:off x="3825225" y="3861563"/>
              <a:ext cx="36" cy="8950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63" name="View.Front.Edge.Machine.RightModule.Housing_edge_6_segment_0_interval_0_Visible.1"/>
            <p:cNvSpPr/>
            <p:nvPr/>
          </p:nvSpPr>
          <p:spPr>
            <a:xfrm flipH="1">
              <a:off x="3825225" y="3861563"/>
              <a:ext cx="895050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64" name="View.Front.Edge.Machine.RightModule.Housing_edge_7_segment_0_interval_0_Visible.1"/>
            <p:cNvSpPr/>
            <p:nvPr/>
          </p:nvSpPr>
          <p:spPr>
            <a:xfrm flipV="1">
              <a:off x="4720275" y="3861563"/>
              <a:ext cx="36" cy="8950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65" name="View.Front.Edge.Machine.RightModule.Housing_edge_8_segment_0_interval_0_Visible.1"/>
            <p:cNvSpPr/>
            <p:nvPr/>
          </p:nvSpPr>
          <p:spPr>
            <a:xfrm>
              <a:off x="3825225" y="4756613"/>
              <a:ext cx="895050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66" name="View.Front.Edge.Machine.RightModule.Housing_edge_9_segment_0_interval_0_Hidden.1"/>
            <p:cNvSpPr/>
            <p:nvPr/>
          </p:nvSpPr>
          <p:spPr>
            <a:xfrm>
              <a:off x="4770000" y="4806338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  <a:prstDash val="dash"/>
            </a:ln>
          </p:spPr>
        </p:sp>
        <p:sp>
          <p:nvSpPr>
            <p:cNvPr id="167" name="View.Front.Edge.Machine.RightModule.Shaft_edge_1_segment_0_interval_0_Hidden.1"/>
            <p:cNvSpPr/>
            <p:nvPr/>
          </p:nvSpPr>
          <p:spPr>
            <a:xfrm>
              <a:off x="4073850" y="4507988"/>
              <a:ext cx="397800" cy="36"/>
            </a:xfrm>
            <a:prstGeom prst="line">
              <a:avLst/>
            </a:prstGeom>
            <a:ln w="12600">
              <a:solidFill>
                <a:srgbClr val="111111"/>
              </a:solidFill>
              <a:prstDash val="dash"/>
            </a:ln>
          </p:spPr>
        </p:sp>
        <p:sp>
          <p:nvSpPr>
            <p:cNvPr id="168" name="View.Front.Edge.Machine.RightModule.Shaft_edge_10_segment_0_interval_0_Visible.1"/>
            <p:cNvSpPr/>
            <p:nvPr/>
          </p:nvSpPr>
          <p:spPr>
            <a:xfrm>
              <a:off x="4073850" y="4507988"/>
              <a:ext cx="397800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69" name="View.Front.Edge.Machine.RightModule.Shaft_edge_11_segment_0_interval_0_Hidden.1"/>
            <p:cNvSpPr/>
            <p:nvPr/>
          </p:nvSpPr>
          <p:spPr>
            <a:xfrm>
              <a:off x="4073850" y="4507988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  <a:prstDash val="dash"/>
            </a:ln>
          </p:spPr>
        </p:sp>
        <p:sp>
          <p:nvSpPr>
            <p:cNvPr id="170" name="View.Front.Edge.Machine.RightModule.Shaft_edge_12_segment_0_interval_0_Hidden.1"/>
            <p:cNvSpPr/>
            <p:nvPr/>
          </p:nvSpPr>
          <p:spPr>
            <a:xfrm>
              <a:off x="4471650" y="4110188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  <a:prstDash val="dash"/>
            </a:ln>
          </p:spPr>
        </p:sp>
        <p:sp>
          <p:nvSpPr>
            <p:cNvPr id="171" name="View.Front.Edge.Machine.RightModule.Shaft_edge_13_segment_0_interval_0_Visible.1"/>
            <p:cNvSpPr/>
            <p:nvPr/>
          </p:nvSpPr>
          <p:spPr>
            <a:xfrm flipV="1">
              <a:off x="4471650" y="4110188"/>
              <a:ext cx="36" cy="39780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72" name="View.Front.Edge.Machine.RightModule.Shaft_edge_14_segment_0_interval_0_Hidden.1"/>
            <p:cNvSpPr/>
            <p:nvPr/>
          </p:nvSpPr>
          <p:spPr>
            <a:xfrm>
              <a:off x="4073850" y="4110188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  <a:prstDash val="dash"/>
            </a:ln>
          </p:spPr>
        </p:sp>
        <p:sp>
          <p:nvSpPr>
            <p:cNvPr id="173" name="View.Front.Edge.Machine.RightModule.Shaft_edge_15_segment_0_interval_0_Visible.1"/>
            <p:cNvSpPr/>
            <p:nvPr/>
          </p:nvSpPr>
          <p:spPr>
            <a:xfrm flipH="1">
              <a:off x="4073850" y="4110188"/>
              <a:ext cx="397800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74" name="View.Front.Edge.Machine.RightModule.Shaft_edge_16_segment_0_interval_0_Visible.1"/>
            <p:cNvSpPr/>
            <p:nvPr/>
          </p:nvSpPr>
          <p:spPr>
            <a:xfrm>
              <a:off x="4073850" y="4110188"/>
              <a:ext cx="36" cy="39780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75" name="View.Front.Edge.Machine.RightModule.Shaft_edge_17_segment_0_interval_0_Visible.1"/>
            <p:cNvSpPr/>
            <p:nvPr/>
          </p:nvSpPr>
          <p:spPr>
            <a:xfrm flipH="1" flipV="1">
              <a:off x="4421925" y="4458263"/>
              <a:ext cx="49725" cy="497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76" name="View.Front.Edge.Machine.RightModule.Shaft_edge_18_segment_0_interval_0_Visible.1"/>
            <p:cNvSpPr/>
            <p:nvPr/>
          </p:nvSpPr>
          <p:spPr>
            <a:xfrm flipV="1">
              <a:off x="4073850" y="4458263"/>
              <a:ext cx="49725" cy="497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77" name="View.Front.Edge.Machine.RightModule.Shaft_edge_19_segment_0_interval_0_Visible.1"/>
            <p:cNvSpPr/>
            <p:nvPr/>
          </p:nvSpPr>
          <p:spPr>
            <a:xfrm flipH="1">
              <a:off x="4421925" y="4110188"/>
              <a:ext cx="49725" cy="497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78" name="View.Front.Edge.Machine.RightModule.Shaft_edge_2_segment_0_interval_0_Hidden.1"/>
            <p:cNvSpPr/>
            <p:nvPr/>
          </p:nvSpPr>
          <p:spPr>
            <a:xfrm flipV="1">
              <a:off x="4471650" y="4110188"/>
              <a:ext cx="36" cy="397800"/>
            </a:xfrm>
            <a:prstGeom prst="line">
              <a:avLst/>
            </a:prstGeom>
            <a:ln w="12600">
              <a:solidFill>
                <a:srgbClr val="111111"/>
              </a:solidFill>
              <a:prstDash val="dash"/>
            </a:ln>
          </p:spPr>
        </p:sp>
        <p:sp>
          <p:nvSpPr>
            <p:cNvPr id="179" name="View.Front.Edge.Machine.RightModule.Shaft_edge_20_segment_0_interval_0_Visible.1"/>
            <p:cNvSpPr/>
            <p:nvPr/>
          </p:nvSpPr>
          <p:spPr>
            <a:xfrm>
              <a:off x="4073850" y="4110188"/>
              <a:ext cx="49725" cy="497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80" name="View.Front.Edge.Machine.RightModule.Shaft_edge_3_segment_0_interval_0_Hidden.1"/>
            <p:cNvSpPr/>
            <p:nvPr/>
          </p:nvSpPr>
          <p:spPr>
            <a:xfrm flipH="1">
              <a:off x="4073850" y="4110188"/>
              <a:ext cx="397800" cy="36"/>
            </a:xfrm>
            <a:prstGeom prst="line">
              <a:avLst/>
            </a:prstGeom>
            <a:ln w="12600">
              <a:solidFill>
                <a:srgbClr val="111111"/>
              </a:solidFill>
              <a:prstDash val="dash"/>
            </a:ln>
          </p:spPr>
        </p:sp>
        <p:sp>
          <p:nvSpPr>
            <p:cNvPr id="181" name="View.Front.Edge.Machine.RightModule.Shaft_edge_4_segment_0_interval_0_Hidden.1"/>
            <p:cNvSpPr/>
            <p:nvPr/>
          </p:nvSpPr>
          <p:spPr>
            <a:xfrm>
              <a:off x="4073850" y="4110188"/>
              <a:ext cx="36" cy="397800"/>
            </a:xfrm>
            <a:prstGeom prst="line">
              <a:avLst/>
            </a:prstGeom>
            <a:ln w="12600">
              <a:solidFill>
                <a:srgbClr val="111111"/>
              </a:solidFill>
              <a:prstDash val="dash"/>
            </a:ln>
          </p:spPr>
        </p:sp>
        <p:sp>
          <p:nvSpPr>
            <p:cNvPr id="182" name="View.Front.Edge.Machine.RightModule.Shaft_edge_5_segment_0_interval_0_Visible.1"/>
            <p:cNvSpPr/>
            <p:nvPr/>
          </p:nvSpPr>
          <p:spPr>
            <a:xfrm>
              <a:off x="4123575" y="4159913"/>
              <a:ext cx="36" cy="2983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83" name="View.Front.Edge.Machine.RightModule.Shaft_edge_6_segment_0_interval_0_Visible.1"/>
            <p:cNvSpPr/>
            <p:nvPr/>
          </p:nvSpPr>
          <p:spPr>
            <a:xfrm flipH="1">
              <a:off x="4123575" y="4159913"/>
              <a:ext cx="298350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84" name="View.Front.Edge.Machine.RightModule.Shaft_edge_7_segment_0_interval_0_Visible.1"/>
            <p:cNvSpPr/>
            <p:nvPr/>
          </p:nvSpPr>
          <p:spPr>
            <a:xfrm flipV="1">
              <a:off x="4421925" y="4159913"/>
              <a:ext cx="36" cy="2983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85" name="View.Front.Edge.Machine.RightModule.Shaft_edge_8_segment_0_interval_0_Visible.1"/>
            <p:cNvSpPr/>
            <p:nvPr/>
          </p:nvSpPr>
          <p:spPr>
            <a:xfrm>
              <a:off x="4123575" y="4458263"/>
              <a:ext cx="298350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86" name="View.Front.Edge.Machine.RightModule.Shaft_edge_9_segment_0_interval_0_Hidden.1"/>
            <p:cNvSpPr/>
            <p:nvPr/>
          </p:nvSpPr>
          <p:spPr>
            <a:xfrm>
              <a:off x="4471650" y="4507988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  <a:prstDash val="dash"/>
            </a:ln>
          </p:spPr>
        </p:sp>
        <p:sp>
          <p:nvSpPr>
            <p:cNvPr id="187" name="View.Front.Edge.Machine.RightModule.Spacer_edge_1_segment_0_interval_0_Hidden.1"/>
            <p:cNvSpPr/>
            <p:nvPr/>
          </p:nvSpPr>
          <p:spPr>
            <a:xfrm>
              <a:off x="4123575" y="1972013"/>
              <a:ext cx="298350" cy="36"/>
            </a:xfrm>
            <a:prstGeom prst="line">
              <a:avLst/>
            </a:prstGeom>
            <a:ln w="12600">
              <a:solidFill>
                <a:srgbClr val="111111"/>
              </a:solidFill>
              <a:prstDash val="dash"/>
            </a:ln>
          </p:spPr>
        </p:sp>
        <p:sp>
          <p:nvSpPr>
            <p:cNvPr id="188" name="View.Front.Edge.Machine.RightModule.Spacer_edge_10_segment_0_interval_0_Visible.1"/>
            <p:cNvSpPr/>
            <p:nvPr/>
          </p:nvSpPr>
          <p:spPr>
            <a:xfrm>
              <a:off x="4123575" y="1972013"/>
              <a:ext cx="298350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89" name="View.Front.Edge.Machine.RightModule.Spacer_edge_11_segment_0_interval_0_Hidden.1"/>
            <p:cNvSpPr/>
            <p:nvPr/>
          </p:nvSpPr>
          <p:spPr>
            <a:xfrm>
              <a:off x="4123575" y="1972013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  <a:prstDash val="dash"/>
            </a:ln>
          </p:spPr>
        </p:sp>
        <p:sp>
          <p:nvSpPr>
            <p:cNvPr id="190" name="View.Front.Edge.Machine.RightModule.Spacer_edge_12_segment_0_interval_0_Hidden.1"/>
            <p:cNvSpPr/>
            <p:nvPr/>
          </p:nvSpPr>
          <p:spPr>
            <a:xfrm>
              <a:off x="4421925" y="1673662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  <a:prstDash val="dash"/>
            </a:ln>
          </p:spPr>
        </p:sp>
        <p:sp>
          <p:nvSpPr>
            <p:cNvPr id="191" name="View.Front.Edge.Machine.RightModule.Spacer_edge_13_segment_0_interval_0_Visible.1"/>
            <p:cNvSpPr/>
            <p:nvPr/>
          </p:nvSpPr>
          <p:spPr>
            <a:xfrm flipV="1">
              <a:off x="4421925" y="1673662"/>
              <a:ext cx="36" cy="2983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92" name="View.Front.Edge.Machine.RightModule.Spacer_edge_14_segment_0_interval_0_Hidden.1"/>
            <p:cNvSpPr/>
            <p:nvPr/>
          </p:nvSpPr>
          <p:spPr>
            <a:xfrm>
              <a:off x="4123575" y="1673662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  <a:prstDash val="dash"/>
            </a:ln>
          </p:spPr>
        </p:sp>
        <p:sp>
          <p:nvSpPr>
            <p:cNvPr id="193" name="View.Front.Edge.Machine.RightModule.Spacer_edge_15_segment_0_interval_0_Visible.1"/>
            <p:cNvSpPr/>
            <p:nvPr/>
          </p:nvSpPr>
          <p:spPr>
            <a:xfrm flipH="1">
              <a:off x="4123575" y="1673662"/>
              <a:ext cx="298350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94" name="View.Front.Edge.Machine.RightModule.Spacer_edge_16_segment_0_interval_0_Visible.1"/>
            <p:cNvSpPr/>
            <p:nvPr/>
          </p:nvSpPr>
          <p:spPr>
            <a:xfrm>
              <a:off x="4123575" y="1673662"/>
              <a:ext cx="36" cy="2983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95" name="View.Front.Edge.Machine.RightModule.Spacer_edge_17_segment_0_interval_0_Visible.1"/>
            <p:cNvSpPr/>
            <p:nvPr/>
          </p:nvSpPr>
          <p:spPr>
            <a:xfrm flipH="1" flipV="1">
              <a:off x="4372200" y="1922287"/>
              <a:ext cx="49725" cy="497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96" name="View.Front.Edge.Machine.RightModule.Spacer_edge_18_segment_0_interval_0_Visible.1"/>
            <p:cNvSpPr/>
            <p:nvPr/>
          </p:nvSpPr>
          <p:spPr>
            <a:xfrm flipV="1">
              <a:off x="4123575" y="1922287"/>
              <a:ext cx="49725" cy="497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97" name="View.Front.Edge.Machine.RightModule.Spacer_edge_19_segment_0_interval_0_Visible.1"/>
            <p:cNvSpPr/>
            <p:nvPr/>
          </p:nvSpPr>
          <p:spPr>
            <a:xfrm flipH="1">
              <a:off x="4372200" y="1673662"/>
              <a:ext cx="49725" cy="497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98" name="View.Front.Edge.Machine.RightModule.Spacer_edge_2_segment_0_interval_0_Hidden.1"/>
            <p:cNvSpPr/>
            <p:nvPr/>
          </p:nvSpPr>
          <p:spPr>
            <a:xfrm flipV="1">
              <a:off x="4421925" y="1673662"/>
              <a:ext cx="36" cy="298350"/>
            </a:xfrm>
            <a:prstGeom prst="line">
              <a:avLst/>
            </a:prstGeom>
            <a:ln w="12600">
              <a:solidFill>
                <a:srgbClr val="111111"/>
              </a:solidFill>
              <a:prstDash val="dash"/>
            </a:ln>
          </p:spPr>
        </p:sp>
        <p:sp>
          <p:nvSpPr>
            <p:cNvPr id="199" name="View.Front.Edge.Machine.RightModule.Spacer_edge_20_segment_0_interval_0_Visible.1"/>
            <p:cNvSpPr/>
            <p:nvPr/>
          </p:nvSpPr>
          <p:spPr>
            <a:xfrm>
              <a:off x="4123575" y="1673662"/>
              <a:ext cx="49725" cy="497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00" name="View.Front.Edge.Machine.RightModule.Spacer_edge_3_segment_0_interval_0_Hidden.1"/>
            <p:cNvSpPr/>
            <p:nvPr/>
          </p:nvSpPr>
          <p:spPr>
            <a:xfrm flipH="1">
              <a:off x="4123575" y="1673662"/>
              <a:ext cx="298350" cy="36"/>
            </a:xfrm>
            <a:prstGeom prst="line">
              <a:avLst/>
            </a:prstGeom>
            <a:ln w="12600">
              <a:solidFill>
                <a:srgbClr val="111111"/>
              </a:solidFill>
              <a:prstDash val="dash"/>
            </a:ln>
          </p:spPr>
        </p:sp>
        <p:sp>
          <p:nvSpPr>
            <p:cNvPr id="201" name="View.Front.Edge.Machine.RightModule.Spacer_edge_4_segment_0_interval_0_Hidden.1"/>
            <p:cNvSpPr/>
            <p:nvPr/>
          </p:nvSpPr>
          <p:spPr>
            <a:xfrm>
              <a:off x="4123575" y="1673662"/>
              <a:ext cx="36" cy="298350"/>
            </a:xfrm>
            <a:prstGeom prst="line">
              <a:avLst/>
            </a:prstGeom>
            <a:ln w="12600">
              <a:solidFill>
                <a:srgbClr val="111111"/>
              </a:solidFill>
              <a:prstDash val="dash"/>
            </a:ln>
          </p:spPr>
        </p:sp>
        <p:sp>
          <p:nvSpPr>
            <p:cNvPr id="202" name="View.Front.Edge.Machine.RightModule.Spacer_edge_5_segment_0_interval_0_Visible.1"/>
            <p:cNvSpPr/>
            <p:nvPr/>
          </p:nvSpPr>
          <p:spPr>
            <a:xfrm>
              <a:off x="4173300" y="1723388"/>
              <a:ext cx="36" cy="19890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03" name="View.Front.Edge.Machine.RightModule.Spacer_edge_6_segment_0_interval_0_Visible.1"/>
            <p:cNvSpPr/>
            <p:nvPr/>
          </p:nvSpPr>
          <p:spPr>
            <a:xfrm flipH="1">
              <a:off x="4173300" y="1723388"/>
              <a:ext cx="198900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04" name="View.Front.Edge.Machine.RightModule.Spacer_edge_7_segment_0_interval_0_Visible.1"/>
            <p:cNvSpPr/>
            <p:nvPr/>
          </p:nvSpPr>
          <p:spPr>
            <a:xfrm flipV="1">
              <a:off x="4372200" y="1723388"/>
              <a:ext cx="36" cy="19890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05" name="View.Front.Edge.Machine.RightModule.Spacer_edge_8_segment_0_interval_0_Visible.1"/>
            <p:cNvSpPr/>
            <p:nvPr/>
          </p:nvSpPr>
          <p:spPr>
            <a:xfrm>
              <a:off x="4173300" y="1922287"/>
              <a:ext cx="198900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06" name="View.Front.Edge.Machine.RightModule.Spacer_edge_9_segment_0_interval_0_Hidden.1"/>
            <p:cNvSpPr/>
            <p:nvPr/>
          </p:nvSpPr>
          <p:spPr>
            <a:xfrm>
              <a:off x="4421925" y="1972013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  <a:prstDash val="dash"/>
            </a:ln>
          </p:spPr>
        </p:sp>
      </p:grpSp>
      <p:grpSp>
        <p:nvGrpSpPr>
          <p:cNvPr id="416" name="View.ISO.Geometry"/>
          <p:cNvGrpSpPr/>
          <p:nvPr/>
        </p:nvGrpSpPr>
        <p:grpSpPr>
          <a:xfrm>
            <a:off x="0" y="0"/>
            <a:ext cx="10692000" cy="7560000"/>
            <a:chOff x="0" y="0"/>
            <a:chExt cx="10692000" cy="7560000"/>
          </a:xfrm>
        </p:grpSpPr>
        <p:sp>
          <p:nvSpPr>
            <p:cNvPr id="208" name="View.ISO.Edge.Machine.Frame_edge_12_segment_0_interval_0_Visible.1"/>
            <p:cNvSpPr/>
            <p:nvPr/>
          </p:nvSpPr>
          <p:spPr>
            <a:xfrm flipV="1">
              <a:off x="7384500" y="3189338"/>
              <a:ext cx="36" cy="3039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09" name="View.ISO.Edge.Machine.Frame_edge_13_segment_0_interval_0_Visible.1"/>
            <p:cNvSpPr/>
            <p:nvPr/>
          </p:nvSpPr>
          <p:spPr>
            <a:xfrm>
              <a:off x="6799500" y="2851588"/>
              <a:ext cx="181552" cy="10481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10" name="View.ISO.Edge.Machine.Frame_edge_13_segment_0_interval_1_Visible.1"/>
            <p:cNvSpPr/>
            <p:nvPr/>
          </p:nvSpPr>
          <p:spPr>
            <a:xfrm>
              <a:off x="6981052" y="2956407"/>
              <a:ext cx="81698" cy="4716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11" name="View.ISO.Edge.Machine.Frame_edge_13_segment_0_interval_2_Visible.1"/>
            <p:cNvSpPr/>
            <p:nvPr/>
          </p:nvSpPr>
          <p:spPr>
            <a:xfrm>
              <a:off x="7062750" y="3003575"/>
              <a:ext cx="263250" cy="15198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12" name="View.ISO.Edge.Machine.Frame_edge_13_segment_0_interval_3_Visible.1"/>
            <p:cNvSpPr/>
            <p:nvPr/>
          </p:nvSpPr>
          <p:spPr>
            <a:xfrm>
              <a:off x="7326000" y="3155563"/>
              <a:ext cx="58500" cy="337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13" name="View.ISO.Edge.Machine.Frame_edge_14_segment_0_interval_0_Visible.1"/>
            <p:cNvSpPr/>
            <p:nvPr/>
          </p:nvSpPr>
          <p:spPr>
            <a:xfrm flipV="1">
              <a:off x="7969500" y="2851588"/>
              <a:ext cx="36" cy="3039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14" name="View.ISO.Edge.Machine.Frame_edge_15_segment_0_interval_0_Visible.1"/>
            <p:cNvSpPr/>
            <p:nvPr/>
          </p:nvSpPr>
          <p:spPr>
            <a:xfrm flipV="1">
              <a:off x="7384500" y="3155563"/>
              <a:ext cx="58500" cy="337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15" name="View.ISO.Edge.Machine.Frame_edge_15_segment_0_interval_1_Visible.1"/>
            <p:cNvSpPr/>
            <p:nvPr/>
          </p:nvSpPr>
          <p:spPr>
            <a:xfrm flipV="1">
              <a:off x="7443000" y="3003575"/>
              <a:ext cx="263250" cy="15198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16" name="View.ISO.Edge.Machine.Frame_edge_15_segment_0_interval_2_Visible.1"/>
            <p:cNvSpPr/>
            <p:nvPr/>
          </p:nvSpPr>
          <p:spPr>
            <a:xfrm flipV="1">
              <a:off x="7706250" y="2851588"/>
              <a:ext cx="263250" cy="15198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17" name="View.ISO.Edge.Machine.Frame_edge_17_segment_0_interval_0_Visible.1"/>
            <p:cNvSpPr/>
            <p:nvPr/>
          </p:nvSpPr>
          <p:spPr>
            <a:xfrm flipV="1">
              <a:off x="6799500" y="2817813"/>
              <a:ext cx="58500" cy="337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18" name="View.ISO.Edge.Machine.Frame_edge_19_segment_0_interval_0_Visible.1"/>
            <p:cNvSpPr/>
            <p:nvPr/>
          </p:nvSpPr>
          <p:spPr>
            <a:xfrm flipV="1">
              <a:off x="7384500" y="3155563"/>
              <a:ext cx="36" cy="337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19" name="View.ISO.Edge.Machine.Frame_edge_19_segment_0_interval_1_Visible.1"/>
            <p:cNvSpPr/>
            <p:nvPr/>
          </p:nvSpPr>
          <p:spPr>
            <a:xfrm flipV="1">
              <a:off x="7384500" y="3121788"/>
              <a:ext cx="36" cy="337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20" name="View.ISO.Edge.Machine.Frame_edge_2_segment_0_interval_0_Visible.1"/>
            <p:cNvSpPr/>
            <p:nvPr/>
          </p:nvSpPr>
          <p:spPr>
            <a:xfrm>
              <a:off x="6799500" y="3155563"/>
              <a:ext cx="585000" cy="3377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21" name="View.ISO.Edge.Machine.Frame_edge_20_segment_0_interval_0_Visible.1"/>
            <p:cNvSpPr/>
            <p:nvPr/>
          </p:nvSpPr>
          <p:spPr>
            <a:xfrm flipH="1" flipV="1">
              <a:off x="7911000" y="2817813"/>
              <a:ext cx="58500" cy="337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22" name="View.ISO.Edge.Machine.Frame_edge_3_segment_0_interval_0_Visible.1"/>
            <p:cNvSpPr/>
            <p:nvPr/>
          </p:nvSpPr>
          <p:spPr>
            <a:xfrm flipV="1">
              <a:off x="7384500" y="3155563"/>
              <a:ext cx="585000" cy="3377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23" name="View.ISO.Edge.Machine.Frame_edge_5_segment_0_interval_0_Visible.1"/>
            <p:cNvSpPr/>
            <p:nvPr/>
          </p:nvSpPr>
          <p:spPr>
            <a:xfrm flipH="1" flipV="1">
              <a:off x="7384500" y="2513838"/>
              <a:ext cx="526500" cy="3039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24" name="View.ISO.Edge.Machine.Frame_edge_6_segment_0_interval_0_Visible.1"/>
            <p:cNvSpPr/>
            <p:nvPr/>
          </p:nvSpPr>
          <p:spPr>
            <a:xfrm flipV="1">
              <a:off x="7384500" y="2969800"/>
              <a:ext cx="263250" cy="15198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25" name="View.ISO.Edge.Machine.Frame_edge_6_segment_0_interval_1_Visible.1"/>
            <p:cNvSpPr/>
            <p:nvPr/>
          </p:nvSpPr>
          <p:spPr>
            <a:xfrm flipV="1">
              <a:off x="7647750" y="2845447"/>
              <a:ext cx="215386" cy="12435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26" name="View.ISO.Edge.Machine.Frame_edge_6_segment_0_interval_2_Visible.1"/>
            <p:cNvSpPr/>
            <p:nvPr/>
          </p:nvSpPr>
          <p:spPr>
            <a:xfrm flipV="1">
              <a:off x="7863136" y="2817813"/>
              <a:ext cx="47864" cy="2763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27" name="View.ISO.Edge.Machine.Frame_edge_7_segment_0_interval_0_Visible.1"/>
            <p:cNvSpPr/>
            <p:nvPr/>
          </p:nvSpPr>
          <p:spPr>
            <a:xfrm>
              <a:off x="6858000" y="2817813"/>
              <a:ext cx="163397" cy="9433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28" name="View.ISO.Edge.Machine.Frame_edge_7_segment_0_interval_1_Visible.1"/>
            <p:cNvSpPr/>
            <p:nvPr/>
          </p:nvSpPr>
          <p:spPr>
            <a:xfrm>
              <a:off x="7021397" y="2912150"/>
              <a:ext cx="99853" cy="576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29" name="View.ISO.Edge.Machine.Frame_edge_7_segment_0_interval_2_Visible.1"/>
            <p:cNvSpPr/>
            <p:nvPr/>
          </p:nvSpPr>
          <p:spPr>
            <a:xfrm>
              <a:off x="7121250" y="2969800"/>
              <a:ext cx="263250" cy="15198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30" name="View.ISO.Edge.Machine.Frame_edge_8_segment_0_interval_0_Visible.1"/>
            <p:cNvSpPr/>
            <p:nvPr/>
          </p:nvSpPr>
          <p:spPr>
            <a:xfrm flipH="1">
              <a:off x="6858000" y="2513838"/>
              <a:ext cx="526500" cy="3039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31" name="View.ISO.Edge.Machine.Frame_edge_9_segment_0_interval_0_Visible.1"/>
            <p:cNvSpPr/>
            <p:nvPr/>
          </p:nvSpPr>
          <p:spPr>
            <a:xfrm flipV="1">
              <a:off x="6799500" y="2851588"/>
              <a:ext cx="36" cy="3039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32" name="View.ISO.Edge.Machine.LeftModule.Bearing_edge_12_segment_0_interval_0_Visible.1"/>
            <p:cNvSpPr/>
            <p:nvPr/>
          </p:nvSpPr>
          <p:spPr>
            <a:xfrm flipV="1">
              <a:off x="9139500" y="3155563"/>
              <a:ext cx="36" cy="1013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33" name="View.ISO.Edge.Machine.LeftModule.Bearing_edge_12_segment_0_interval_1_Visible.1"/>
            <p:cNvSpPr/>
            <p:nvPr/>
          </p:nvSpPr>
          <p:spPr>
            <a:xfrm flipV="1">
              <a:off x="9139500" y="3121788"/>
              <a:ext cx="36" cy="337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34" name="View.ISO.Edge.Machine.LeftModule.Bearing_edge_13_segment_0_interval_0_Visible.1"/>
            <p:cNvSpPr/>
            <p:nvPr/>
          </p:nvSpPr>
          <p:spPr>
            <a:xfrm>
              <a:off x="8964000" y="3020463"/>
              <a:ext cx="70200" cy="4053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35" name="View.ISO.Edge.Machine.LeftModule.Bearing_edge_13_segment_0_interval_1_Visible.1"/>
            <p:cNvSpPr/>
            <p:nvPr/>
          </p:nvSpPr>
          <p:spPr>
            <a:xfrm>
              <a:off x="9034200" y="3060993"/>
              <a:ext cx="46800" cy="2702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36" name="View.ISO.Edge.Machine.LeftModule.Bearing_edge_13_segment_0_interval_2_Visible.1"/>
            <p:cNvSpPr/>
            <p:nvPr/>
          </p:nvSpPr>
          <p:spPr>
            <a:xfrm>
              <a:off x="9081000" y="3088013"/>
              <a:ext cx="58500" cy="337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37" name="View.ISO.Edge.Machine.LeftModule.Bearing_edge_14_segment_0_interval_0_Visible.1"/>
            <p:cNvSpPr/>
            <p:nvPr/>
          </p:nvSpPr>
          <p:spPr>
            <a:xfrm flipV="1">
              <a:off x="9315000" y="3020463"/>
              <a:ext cx="36" cy="13510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38" name="View.ISO.Edge.Machine.LeftModule.Bearing_edge_15_segment_0_interval_0_Visible.1"/>
            <p:cNvSpPr/>
            <p:nvPr/>
          </p:nvSpPr>
          <p:spPr>
            <a:xfrm flipV="1">
              <a:off x="9139500" y="3088013"/>
              <a:ext cx="58500" cy="337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39" name="View.ISO.Edge.Machine.LeftModule.Bearing_edge_15_segment_0_interval_1_Visible.1"/>
            <p:cNvSpPr/>
            <p:nvPr/>
          </p:nvSpPr>
          <p:spPr>
            <a:xfrm flipV="1">
              <a:off x="9198000" y="3020463"/>
              <a:ext cx="117000" cy="675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40" name="View.ISO.Edge.Machine.LeftModule.Bearing_edge_17_segment_0_interval_0_Visible.1"/>
            <p:cNvSpPr/>
            <p:nvPr/>
          </p:nvSpPr>
          <p:spPr>
            <a:xfrm flipV="1">
              <a:off x="8964000" y="2986688"/>
              <a:ext cx="58500" cy="337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41" name="View.ISO.Edge.Machine.LeftModule.Bearing_edge_19_segment_0_interval_0_Visible.1"/>
            <p:cNvSpPr/>
            <p:nvPr/>
          </p:nvSpPr>
          <p:spPr>
            <a:xfrm flipV="1">
              <a:off x="9139500" y="3054238"/>
              <a:ext cx="36" cy="675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42" name="View.ISO.Edge.Machine.LeftModule.Bearing_edge_2_segment_0_interval_0_Visible.1"/>
            <p:cNvSpPr/>
            <p:nvPr/>
          </p:nvSpPr>
          <p:spPr>
            <a:xfrm>
              <a:off x="8964000" y="3155563"/>
              <a:ext cx="175500" cy="1013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43" name="View.ISO.Edge.Machine.LeftModule.Bearing_edge_20_segment_0_interval_0_Visible.1"/>
            <p:cNvSpPr/>
            <p:nvPr/>
          </p:nvSpPr>
          <p:spPr>
            <a:xfrm flipH="1" flipV="1">
              <a:off x="9256500" y="2986688"/>
              <a:ext cx="58500" cy="337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44" name="View.ISO.Edge.Machine.LeftModule.Bearing_edge_3_segment_0_interval_0_Visible.1"/>
            <p:cNvSpPr/>
            <p:nvPr/>
          </p:nvSpPr>
          <p:spPr>
            <a:xfrm flipV="1">
              <a:off x="9139500" y="3155563"/>
              <a:ext cx="175500" cy="1013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45" name="View.ISO.Edge.Machine.LeftModule.Bearing_edge_5_segment_0_interval_0_Visible.1"/>
            <p:cNvSpPr/>
            <p:nvPr/>
          </p:nvSpPr>
          <p:spPr>
            <a:xfrm flipH="1" flipV="1">
              <a:off x="9139500" y="2919138"/>
              <a:ext cx="117000" cy="675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46" name="View.ISO.Edge.Machine.LeftModule.Bearing_edge_6_segment_0_interval_0_Visible.1"/>
            <p:cNvSpPr/>
            <p:nvPr/>
          </p:nvSpPr>
          <p:spPr>
            <a:xfrm flipV="1">
              <a:off x="9139500" y="2986688"/>
              <a:ext cx="117000" cy="675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47" name="View.ISO.Edge.Machine.LeftModule.Bearing_edge_7_segment_0_interval_0_Visible.1"/>
            <p:cNvSpPr/>
            <p:nvPr/>
          </p:nvSpPr>
          <p:spPr>
            <a:xfrm>
              <a:off x="9022500" y="2986688"/>
              <a:ext cx="46800" cy="2702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48" name="View.ISO.Edge.Machine.LeftModule.Bearing_edge_7_segment_0_interval_1_Visible.1"/>
            <p:cNvSpPr/>
            <p:nvPr/>
          </p:nvSpPr>
          <p:spPr>
            <a:xfrm>
              <a:off x="9069300" y="3013708"/>
              <a:ext cx="70200" cy="4053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49" name="View.ISO.Edge.Machine.LeftModule.Bearing_edge_8_segment_0_interval_0_Visible.1"/>
            <p:cNvSpPr/>
            <p:nvPr/>
          </p:nvSpPr>
          <p:spPr>
            <a:xfrm flipH="1">
              <a:off x="9022500" y="2919138"/>
              <a:ext cx="117000" cy="675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50" name="View.ISO.Edge.Machine.LeftModule.Bearing_edge_9_segment_0_interval_0_Visible.1"/>
            <p:cNvSpPr/>
            <p:nvPr/>
          </p:nvSpPr>
          <p:spPr>
            <a:xfrm flipV="1">
              <a:off x="8964000" y="3020463"/>
              <a:ext cx="36" cy="13510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51" name="View.ISO.Edge.Machine.LeftModule.Housing_edge_12_segment_0_interval_0_Visible.1"/>
            <p:cNvSpPr/>
            <p:nvPr/>
          </p:nvSpPr>
          <p:spPr>
            <a:xfrm flipV="1">
              <a:off x="8262000" y="2682713"/>
              <a:ext cx="36" cy="3039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52" name="View.ISO.Edge.Machine.LeftModule.Housing_edge_13_segment_0_interval_0_Visible.1"/>
            <p:cNvSpPr/>
            <p:nvPr/>
          </p:nvSpPr>
          <p:spPr>
            <a:xfrm>
              <a:off x="7677000" y="2344963"/>
              <a:ext cx="181552" cy="10481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53" name="View.ISO.Edge.Machine.LeftModule.Housing_edge_13_segment_0_interval_1_Visible.1"/>
            <p:cNvSpPr/>
            <p:nvPr/>
          </p:nvSpPr>
          <p:spPr>
            <a:xfrm>
              <a:off x="7858552" y="2449782"/>
              <a:ext cx="81698" cy="4716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54" name="View.ISO.Edge.Machine.LeftModule.Housing_edge_13_segment_0_interval_2_Visible.1"/>
            <p:cNvSpPr/>
            <p:nvPr/>
          </p:nvSpPr>
          <p:spPr>
            <a:xfrm>
              <a:off x="7940250" y="2496950"/>
              <a:ext cx="263250" cy="15198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55" name="View.ISO.Edge.Machine.LeftModule.Housing_edge_13_segment_0_interval_3_Visible.1"/>
            <p:cNvSpPr/>
            <p:nvPr/>
          </p:nvSpPr>
          <p:spPr>
            <a:xfrm>
              <a:off x="8203500" y="2648938"/>
              <a:ext cx="58500" cy="337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56" name="View.ISO.Edge.Machine.LeftModule.Housing_edge_14_segment_0_interval_0_Visible.1"/>
            <p:cNvSpPr/>
            <p:nvPr/>
          </p:nvSpPr>
          <p:spPr>
            <a:xfrm flipV="1">
              <a:off x="8847000" y="2344963"/>
              <a:ext cx="36" cy="3039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57" name="View.ISO.Edge.Machine.LeftModule.Housing_edge_15_segment_0_interval_0_Visible.1"/>
            <p:cNvSpPr/>
            <p:nvPr/>
          </p:nvSpPr>
          <p:spPr>
            <a:xfrm flipV="1">
              <a:off x="8262000" y="2648938"/>
              <a:ext cx="58500" cy="337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58" name="View.ISO.Edge.Machine.LeftModule.Housing_edge_15_segment_0_interval_1_Visible.1"/>
            <p:cNvSpPr/>
            <p:nvPr/>
          </p:nvSpPr>
          <p:spPr>
            <a:xfrm flipV="1">
              <a:off x="8320500" y="2496950"/>
              <a:ext cx="263250" cy="15198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59" name="View.ISO.Edge.Machine.LeftModule.Housing_edge_15_segment_0_interval_2_Visible.1"/>
            <p:cNvSpPr/>
            <p:nvPr/>
          </p:nvSpPr>
          <p:spPr>
            <a:xfrm flipV="1">
              <a:off x="8583750" y="2344963"/>
              <a:ext cx="263250" cy="15198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60" name="View.ISO.Edge.Machine.LeftModule.Housing_edge_17_segment_0_interval_0_Visible.1"/>
            <p:cNvSpPr/>
            <p:nvPr/>
          </p:nvSpPr>
          <p:spPr>
            <a:xfrm flipV="1">
              <a:off x="7677000" y="2311188"/>
              <a:ext cx="58500" cy="337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61" name="View.ISO.Edge.Machine.LeftModule.Housing_edge_19_segment_0_interval_0_Visible.1"/>
            <p:cNvSpPr/>
            <p:nvPr/>
          </p:nvSpPr>
          <p:spPr>
            <a:xfrm flipV="1">
              <a:off x="8262000" y="2648938"/>
              <a:ext cx="36" cy="337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62" name="View.ISO.Edge.Machine.LeftModule.Housing_edge_19_segment_0_interval_1_Visible.1"/>
            <p:cNvSpPr/>
            <p:nvPr/>
          </p:nvSpPr>
          <p:spPr>
            <a:xfrm flipV="1">
              <a:off x="8262000" y="2615163"/>
              <a:ext cx="36" cy="337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63" name="View.ISO.Edge.Machine.LeftModule.Housing_edge_2_segment_0_interval_0_Visible.1"/>
            <p:cNvSpPr/>
            <p:nvPr/>
          </p:nvSpPr>
          <p:spPr>
            <a:xfrm>
              <a:off x="7677000" y="2648938"/>
              <a:ext cx="585000" cy="3377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64" name="View.ISO.Edge.Machine.LeftModule.Housing_edge_20_segment_0_interval_0_Visible.1"/>
            <p:cNvSpPr/>
            <p:nvPr/>
          </p:nvSpPr>
          <p:spPr>
            <a:xfrm flipH="1" flipV="1">
              <a:off x="8788500" y="2311188"/>
              <a:ext cx="58500" cy="337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65" name="View.ISO.Edge.Machine.LeftModule.Housing_edge_3_segment_0_interval_0_Visible.1"/>
            <p:cNvSpPr/>
            <p:nvPr/>
          </p:nvSpPr>
          <p:spPr>
            <a:xfrm flipV="1">
              <a:off x="8262000" y="2648938"/>
              <a:ext cx="585000" cy="3377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66" name="View.ISO.Edge.Machine.LeftModule.Housing_edge_5_segment_0_interval_0_Visible.1"/>
            <p:cNvSpPr/>
            <p:nvPr/>
          </p:nvSpPr>
          <p:spPr>
            <a:xfrm flipH="1" flipV="1">
              <a:off x="8496000" y="2142313"/>
              <a:ext cx="292500" cy="1688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67" name="View.ISO.Edge.Machine.LeftModule.Housing_edge_6_segment_0_interval_0_Visible.1"/>
            <p:cNvSpPr/>
            <p:nvPr/>
          </p:nvSpPr>
          <p:spPr>
            <a:xfrm flipV="1">
              <a:off x="8262000" y="2463175"/>
              <a:ext cx="263250" cy="15198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68" name="View.ISO.Edge.Machine.LeftModule.Housing_edge_6_segment_0_interval_1_Visible.1"/>
            <p:cNvSpPr/>
            <p:nvPr/>
          </p:nvSpPr>
          <p:spPr>
            <a:xfrm flipV="1">
              <a:off x="8525250" y="2338822"/>
              <a:ext cx="215386" cy="12435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69" name="View.ISO.Edge.Machine.LeftModule.Housing_edge_6_segment_0_interval_2_Visible.1"/>
            <p:cNvSpPr/>
            <p:nvPr/>
          </p:nvSpPr>
          <p:spPr>
            <a:xfrm flipV="1">
              <a:off x="8740636" y="2311188"/>
              <a:ext cx="47864" cy="2763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70" name="View.ISO.Edge.Machine.LeftModule.Housing_edge_7_segment_0_interval_0_Visible.1"/>
            <p:cNvSpPr/>
            <p:nvPr/>
          </p:nvSpPr>
          <p:spPr>
            <a:xfrm>
              <a:off x="7735500" y="2311188"/>
              <a:ext cx="163397" cy="9433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71" name="View.ISO.Edge.Machine.LeftModule.Housing_edge_7_segment_0_interval_1_Visible.1"/>
            <p:cNvSpPr/>
            <p:nvPr/>
          </p:nvSpPr>
          <p:spPr>
            <a:xfrm>
              <a:off x="7898897" y="2405525"/>
              <a:ext cx="99853" cy="576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72" name="View.ISO.Edge.Machine.LeftModule.Housing_edge_7_segment_0_interval_2_Visible.1"/>
            <p:cNvSpPr/>
            <p:nvPr/>
          </p:nvSpPr>
          <p:spPr>
            <a:xfrm>
              <a:off x="7998750" y="2463175"/>
              <a:ext cx="263250" cy="15198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73" name="View.ISO.Edge.Machine.LeftModule.Housing_edge_8_segment_0_interval_6_Visible.1"/>
            <p:cNvSpPr/>
            <p:nvPr/>
          </p:nvSpPr>
          <p:spPr>
            <a:xfrm flipH="1">
              <a:off x="7735500" y="2142313"/>
              <a:ext cx="292500" cy="1688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74" name="View.ISO.Edge.Machine.LeftModule.Housing_edge_9_segment_0_interval_0_Visible.1"/>
            <p:cNvSpPr/>
            <p:nvPr/>
          </p:nvSpPr>
          <p:spPr>
            <a:xfrm flipV="1">
              <a:off x="7677000" y="2344963"/>
              <a:ext cx="36" cy="3039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75" name="View.ISO.Edge.Machine.LeftModule.Shaft_edge_12_segment_0_interval_0_Visible.1"/>
            <p:cNvSpPr/>
            <p:nvPr/>
          </p:nvSpPr>
          <p:spPr>
            <a:xfrm flipV="1">
              <a:off x="8262000" y="2311188"/>
              <a:ext cx="36" cy="13510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76" name="View.ISO.Edge.Machine.LeftModule.Shaft_edge_12_segment_0_interval_1_Visible.1"/>
            <p:cNvSpPr/>
            <p:nvPr/>
          </p:nvSpPr>
          <p:spPr>
            <a:xfrm flipV="1">
              <a:off x="8262000" y="2176088"/>
              <a:ext cx="36" cy="13510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77" name="View.ISO.Edge.Machine.LeftModule.Shaft_edge_12_segment_0_interval_2_Visible.1"/>
            <p:cNvSpPr/>
            <p:nvPr/>
          </p:nvSpPr>
          <p:spPr>
            <a:xfrm flipV="1">
              <a:off x="8262000" y="2142313"/>
              <a:ext cx="36" cy="337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78" name="View.ISO.Edge.Machine.LeftModule.Shaft_edge_13_segment_0_interval_0_Visible.1"/>
            <p:cNvSpPr/>
            <p:nvPr/>
          </p:nvSpPr>
          <p:spPr>
            <a:xfrm>
              <a:off x="8028000" y="2007213"/>
              <a:ext cx="117000" cy="675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79" name="View.ISO.Edge.Machine.LeftModule.Shaft_edge_13_segment_0_interval_1_Visible.1"/>
            <p:cNvSpPr/>
            <p:nvPr/>
          </p:nvSpPr>
          <p:spPr>
            <a:xfrm>
              <a:off x="8145000" y="2074763"/>
              <a:ext cx="6882" cy="397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80" name="View.ISO.Edge.Machine.LeftModule.Shaft_edge_13_segment_0_interval_2_Visible.1"/>
            <p:cNvSpPr/>
            <p:nvPr/>
          </p:nvSpPr>
          <p:spPr>
            <a:xfrm>
              <a:off x="8151882" y="2078736"/>
              <a:ext cx="29428" cy="1699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81" name="View.ISO.Edge.Machine.LeftModule.Shaft_edge_13_segment_0_interval_3_Visible.1"/>
            <p:cNvSpPr/>
            <p:nvPr/>
          </p:nvSpPr>
          <p:spPr>
            <a:xfrm>
              <a:off x="8181310" y="2095727"/>
              <a:ext cx="80690" cy="4658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82" name="View.ISO.Edge.Machine.LeftModule.Shaft_edge_14_segment_0_interval_0_Visible.1"/>
            <p:cNvSpPr/>
            <p:nvPr/>
          </p:nvSpPr>
          <p:spPr>
            <a:xfrm flipV="1">
              <a:off x="8496000" y="2142313"/>
              <a:ext cx="36" cy="1688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83" name="View.ISO.Edge.Machine.LeftModule.Shaft_edge_14_segment_0_interval_1_Visible.1"/>
            <p:cNvSpPr/>
            <p:nvPr/>
          </p:nvSpPr>
          <p:spPr>
            <a:xfrm flipV="1">
              <a:off x="8496000" y="2007213"/>
              <a:ext cx="36" cy="13510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84" name="View.ISO.Edge.Machine.LeftModule.Shaft_edge_15_segment_0_interval_0_Visible.1"/>
            <p:cNvSpPr/>
            <p:nvPr/>
          </p:nvSpPr>
          <p:spPr>
            <a:xfrm flipV="1">
              <a:off x="8262000" y="2074763"/>
              <a:ext cx="117000" cy="675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85" name="View.ISO.Edge.Machine.LeftModule.Shaft_edge_15_segment_0_interval_1_Visible.1"/>
            <p:cNvSpPr/>
            <p:nvPr/>
          </p:nvSpPr>
          <p:spPr>
            <a:xfrm flipV="1">
              <a:off x="8379000" y="2007213"/>
              <a:ext cx="117000" cy="675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86" name="View.ISO.Edge.Machine.LeftModule.Shaft_edge_17_segment_0_interval_0_Visible.1"/>
            <p:cNvSpPr/>
            <p:nvPr/>
          </p:nvSpPr>
          <p:spPr>
            <a:xfrm flipV="1">
              <a:off x="8028000" y="1973438"/>
              <a:ext cx="58500" cy="337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87" name="View.ISO.Edge.Machine.LeftModule.Shaft_edge_19_segment_0_interval_0_Visible.1"/>
            <p:cNvSpPr/>
            <p:nvPr/>
          </p:nvSpPr>
          <p:spPr>
            <a:xfrm flipV="1">
              <a:off x="8262000" y="2074763"/>
              <a:ext cx="36" cy="675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88" name="View.ISO.Edge.Machine.LeftModule.Shaft_edge_2_segment_0_interval_0_Visible.1"/>
            <p:cNvSpPr/>
            <p:nvPr/>
          </p:nvSpPr>
          <p:spPr>
            <a:xfrm>
              <a:off x="8028000" y="2311188"/>
              <a:ext cx="117000" cy="675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89" name="View.ISO.Edge.Machine.LeftModule.Shaft_edge_2_segment_0_interval_1_Visible.1"/>
            <p:cNvSpPr/>
            <p:nvPr/>
          </p:nvSpPr>
          <p:spPr>
            <a:xfrm>
              <a:off x="8145000" y="2378738"/>
              <a:ext cx="117000" cy="675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90" name="View.ISO.Edge.Machine.LeftModule.Shaft_edge_20_segment_0_interval_0_Visible.1"/>
            <p:cNvSpPr/>
            <p:nvPr/>
          </p:nvSpPr>
          <p:spPr>
            <a:xfrm flipH="1" flipV="1">
              <a:off x="8437500" y="1973438"/>
              <a:ext cx="58500" cy="337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91" name="View.ISO.Edge.Machine.LeftModule.Shaft_edge_3_segment_0_interval_0_Visible.1"/>
            <p:cNvSpPr/>
            <p:nvPr/>
          </p:nvSpPr>
          <p:spPr>
            <a:xfrm flipV="1">
              <a:off x="8262000" y="2378738"/>
              <a:ext cx="117000" cy="675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92" name="View.ISO.Edge.Machine.LeftModule.Shaft_edge_3_segment_0_interval_1_Visible.1"/>
            <p:cNvSpPr/>
            <p:nvPr/>
          </p:nvSpPr>
          <p:spPr>
            <a:xfrm flipV="1">
              <a:off x="8379000" y="2323470"/>
              <a:ext cx="95727" cy="5526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93" name="View.ISO.Edge.Machine.LeftModule.Shaft_edge_3_segment_0_interval_2_Visible.1"/>
            <p:cNvSpPr/>
            <p:nvPr/>
          </p:nvSpPr>
          <p:spPr>
            <a:xfrm flipV="1">
              <a:off x="8474727" y="2311188"/>
              <a:ext cx="21273" cy="1228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94" name="View.ISO.Edge.Machine.LeftModule.Shaft_edge_5_segment_0_interval_0_Visible.1"/>
            <p:cNvSpPr/>
            <p:nvPr/>
          </p:nvSpPr>
          <p:spPr>
            <a:xfrm flipH="1" flipV="1">
              <a:off x="8262000" y="1872113"/>
              <a:ext cx="175500" cy="1013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95" name="View.ISO.Edge.Machine.LeftModule.Shaft_edge_6_segment_0_interval_0_Visible.1"/>
            <p:cNvSpPr/>
            <p:nvPr/>
          </p:nvSpPr>
          <p:spPr>
            <a:xfrm flipV="1">
              <a:off x="8262000" y="2040988"/>
              <a:ext cx="58500" cy="337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96" name="View.ISO.Edge.Machine.LeftModule.Shaft_edge_6_segment_0_interval_1_Visible.1"/>
            <p:cNvSpPr/>
            <p:nvPr/>
          </p:nvSpPr>
          <p:spPr>
            <a:xfrm flipV="1">
              <a:off x="8320500" y="1973438"/>
              <a:ext cx="117000" cy="675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97" name="View.ISO.Edge.Machine.LeftModule.Shaft_edge_7_segment_0_interval_0_Visible.1"/>
            <p:cNvSpPr/>
            <p:nvPr/>
          </p:nvSpPr>
          <p:spPr>
            <a:xfrm>
              <a:off x="8086500" y="1973438"/>
              <a:ext cx="92912" cy="5364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98" name="View.ISO.Edge.Machine.LeftModule.Shaft_edge_7_segment_0_interval_1_Visible.1"/>
            <p:cNvSpPr/>
            <p:nvPr/>
          </p:nvSpPr>
          <p:spPr>
            <a:xfrm>
              <a:off x="8179412" y="2027080"/>
              <a:ext cx="24088" cy="1390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99" name="View.ISO.Edge.Machine.LeftModule.Shaft_edge_7_segment_0_interval_2_Visible.1"/>
            <p:cNvSpPr/>
            <p:nvPr/>
          </p:nvSpPr>
          <p:spPr>
            <a:xfrm>
              <a:off x="8203500" y="2040988"/>
              <a:ext cx="18155" cy="1048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00" name="View.ISO.Edge.Machine.LeftModule.Shaft_edge_7_segment_0_interval_3_Visible.1"/>
            <p:cNvSpPr/>
            <p:nvPr/>
          </p:nvSpPr>
          <p:spPr>
            <a:xfrm>
              <a:off x="8221655" y="2051470"/>
              <a:ext cx="40345" cy="2329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01" name="View.ISO.Edge.Machine.LeftModule.Shaft_edge_8_segment_0_interval_0_Visible.1"/>
            <p:cNvSpPr/>
            <p:nvPr/>
          </p:nvSpPr>
          <p:spPr>
            <a:xfrm flipH="1">
              <a:off x="8086500" y="1872113"/>
              <a:ext cx="175500" cy="1013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02" name="View.ISO.Edge.Machine.LeftModule.Shaft_edge_9_segment_0_interval_0_Visible.1"/>
            <p:cNvSpPr/>
            <p:nvPr/>
          </p:nvSpPr>
          <p:spPr>
            <a:xfrm flipV="1">
              <a:off x="8028000" y="2263903"/>
              <a:ext cx="36" cy="4728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03" name="View.ISO.Edge.Machine.LeftModule.Shaft_edge_9_segment_0_interval_1_Visible.1"/>
            <p:cNvSpPr/>
            <p:nvPr/>
          </p:nvSpPr>
          <p:spPr>
            <a:xfrm flipV="1">
              <a:off x="8028000" y="2142313"/>
              <a:ext cx="36" cy="12159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04" name="View.ISO.Edge.Machine.LeftModule.Shaft_edge_9_segment_0_interval_2_Visible.1"/>
            <p:cNvSpPr/>
            <p:nvPr/>
          </p:nvSpPr>
          <p:spPr>
            <a:xfrm flipV="1">
              <a:off x="8028000" y="2007213"/>
              <a:ext cx="36" cy="13510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05" name="View.ISO.Edge.Machine.LeftModule.Spacer_edge_12_segment_0_interval_0_Visible.1"/>
            <p:cNvSpPr/>
            <p:nvPr/>
          </p:nvSpPr>
          <p:spPr>
            <a:xfrm flipV="1">
              <a:off x="9724500" y="3493312"/>
              <a:ext cx="36" cy="1013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06" name="View.ISO.Edge.Machine.LeftModule.Spacer_edge_12_segment_0_interval_1_Visible.1"/>
            <p:cNvSpPr/>
            <p:nvPr/>
          </p:nvSpPr>
          <p:spPr>
            <a:xfrm flipV="1">
              <a:off x="9724500" y="3459537"/>
              <a:ext cx="36" cy="337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07" name="View.ISO.Edge.Machine.LeftModule.Spacer_edge_13_segment_0_interval_0_Visible.1"/>
            <p:cNvSpPr/>
            <p:nvPr/>
          </p:nvSpPr>
          <p:spPr>
            <a:xfrm>
              <a:off x="9549000" y="3358212"/>
              <a:ext cx="70200" cy="4053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08" name="View.ISO.Edge.Machine.LeftModule.Spacer_edge_13_segment_0_interval_1_Visible.1"/>
            <p:cNvSpPr/>
            <p:nvPr/>
          </p:nvSpPr>
          <p:spPr>
            <a:xfrm>
              <a:off x="9619200" y="3398742"/>
              <a:ext cx="46800" cy="2702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09" name="View.ISO.Edge.Machine.LeftModule.Spacer_edge_13_segment_0_interval_2_Visible.1"/>
            <p:cNvSpPr/>
            <p:nvPr/>
          </p:nvSpPr>
          <p:spPr>
            <a:xfrm>
              <a:off x="9666000" y="3425762"/>
              <a:ext cx="58500" cy="337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10" name="View.ISO.Edge.Machine.LeftModule.Spacer_edge_14_segment_0_interval_0_Visible.1"/>
            <p:cNvSpPr/>
            <p:nvPr/>
          </p:nvSpPr>
          <p:spPr>
            <a:xfrm flipV="1">
              <a:off x="9900000" y="3358212"/>
              <a:ext cx="36" cy="13510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11" name="View.ISO.Edge.Machine.LeftModule.Spacer_edge_15_segment_0_interval_0_Visible.1"/>
            <p:cNvSpPr/>
            <p:nvPr/>
          </p:nvSpPr>
          <p:spPr>
            <a:xfrm flipV="1">
              <a:off x="9724500" y="3425762"/>
              <a:ext cx="58500" cy="337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12" name="View.ISO.Edge.Machine.LeftModule.Spacer_edge_15_segment_0_interval_1_Visible.1"/>
            <p:cNvSpPr/>
            <p:nvPr/>
          </p:nvSpPr>
          <p:spPr>
            <a:xfrm flipV="1">
              <a:off x="9783000" y="3358212"/>
              <a:ext cx="117000" cy="675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13" name="View.ISO.Edge.Machine.LeftModule.Spacer_edge_17_segment_0_interval_0_Visible.1"/>
            <p:cNvSpPr/>
            <p:nvPr/>
          </p:nvSpPr>
          <p:spPr>
            <a:xfrm flipV="1">
              <a:off x="9549000" y="3324437"/>
              <a:ext cx="58500" cy="337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14" name="View.ISO.Edge.Machine.LeftModule.Spacer_edge_19_segment_0_interval_0_Visible.1"/>
            <p:cNvSpPr/>
            <p:nvPr/>
          </p:nvSpPr>
          <p:spPr>
            <a:xfrm flipV="1">
              <a:off x="9724500" y="3391987"/>
              <a:ext cx="36" cy="675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15" name="View.ISO.Edge.Machine.LeftModule.Spacer_edge_2_segment_0_interval_0_Visible.1"/>
            <p:cNvSpPr/>
            <p:nvPr/>
          </p:nvSpPr>
          <p:spPr>
            <a:xfrm>
              <a:off x="9549000" y="3493312"/>
              <a:ext cx="175500" cy="1013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16" name="View.ISO.Edge.Machine.LeftModule.Spacer_edge_20_segment_0_interval_0_Visible.1"/>
            <p:cNvSpPr/>
            <p:nvPr/>
          </p:nvSpPr>
          <p:spPr>
            <a:xfrm flipH="1" flipV="1">
              <a:off x="9841500" y="3324437"/>
              <a:ext cx="58500" cy="337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17" name="View.ISO.Edge.Machine.LeftModule.Spacer_edge_3_segment_0_interval_0_Visible.1"/>
            <p:cNvSpPr/>
            <p:nvPr/>
          </p:nvSpPr>
          <p:spPr>
            <a:xfrm flipV="1">
              <a:off x="9724500" y="3493312"/>
              <a:ext cx="175500" cy="1013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18" name="View.ISO.Edge.Machine.LeftModule.Spacer_edge_5_segment_0_interval_0_Visible.1"/>
            <p:cNvSpPr/>
            <p:nvPr/>
          </p:nvSpPr>
          <p:spPr>
            <a:xfrm flipH="1" flipV="1">
              <a:off x="9724500" y="3256887"/>
              <a:ext cx="117000" cy="675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19" name="View.ISO.Edge.Machine.LeftModule.Spacer_edge_6_segment_0_interval_0_Visible.1"/>
            <p:cNvSpPr/>
            <p:nvPr/>
          </p:nvSpPr>
          <p:spPr>
            <a:xfrm flipV="1">
              <a:off x="9724500" y="3324437"/>
              <a:ext cx="117000" cy="675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20" name="View.ISO.Edge.Machine.LeftModule.Spacer_edge_7_segment_0_interval_0_Visible.1"/>
            <p:cNvSpPr/>
            <p:nvPr/>
          </p:nvSpPr>
          <p:spPr>
            <a:xfrm>
              <a:off x="9607500" y="3324437"/>
              <a:ext cx="46800" cy="2702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21" name="View.ISO.Edge.Machine.LeftModule.Spacer_edge_7_segment_0_interval_1_Visible.1"/>
            <p:cNvSpPr/>
            <p:nvPr/>
          </p:nvSpPr>
          <p:spPr>
            <a:xfrm>
              <a:off x="9654300" y="3351457"/>
              <a:ext cx="70200" cy="4053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22" name="View.ISO.Edge.Machine.LeftModule.Spacer_edge_8_segment_0_interval_0_Visible.1"/>
            <p:cNvSpPr/>
            <p:nvPr/>
          </p:nvSpPr>
          <p:spPr>
            <a:xfrm flipH="1">
              <a:off x="9607500" y="3256887"/>
              <a:ext cx="117000" cy="675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23" name="View.ISO.Edge.Machine.LeftModule.Spacer_edge_9_segment_0_interval_0_Visible.1"/>
            <p:cNvSpPr/>
            <p:nvPr/>
          </p:nvSpPr>
          <p:spPr>
            <a:xfrm flipV="1">
              <a:off x="9549000" y="3358212"/>
              <a:ext cx="36" cy="13510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24" name="View.ISO.Edge.Machine.RightModule.Bearing_edge_12_segment_0_interval_0_Visible.1"/>
            <p:cNvSpPr/>
            <p:nvPr/>
          </p:nvSpPr>
          <p:spPr>
            <a:xfrm flipV="1">
              <a:off x="7384500" y="4168812"/>
              <a:ext cx="36" cy="1013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25" name="View.ISO.Edge.Machine.RightModule.Bearing_edge_12_segment_0_interval_1_Visible.1"/>
            <p:cNvSpPr/>
            <p:nvPr/>
          </p:nvSpPr>
          <p:spPr>
            <a:xfrm flipV="1">
              <a:off x="7384500" y="4135037"/>
              <a:ext cx="36" cy="337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26" name="View.ISO.Edge.Machine.RightModule.Bearing_edge_13_segment_0_interval_0_Visible.1"/>
            <p:cNvSpPr/>
            <p:nvPr/>
          </p:nvSpPr>
          <p:spPr>
            <a:xfrm>
              <a:off x="7209000" y="4033712"/>
              <a:ext cx="70200" cy="4053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27" name="View.ISO.Edge.Machine.RightModule.Bearing_edge_13_segment_0_interval_1_Visible.1"/>
            <p:cNvSpPr/>
            <p:nvPr/>
          </p:nvSpPr>
          <p:spPr>
            <a:xfrm>
              <a:off x="7279200" y="4074242"/>
              <a:ext cx="46800" cy="2702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28" name="View.ISO.Edge.Machine.RightModule.Bearing_edge_13_segment_0_interval_2_Visible.1"/>
            <p:cNvSpPr/>
            <p:nvPr/>
          </p:nvSpPr>
          <p:spPr>
            <a:xfrm>
              <a:off x="7326000" y="4101262"/>
              <a:ext cx="58500" cy="337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29" name="View.ISO.Edge.Machine.RightModule.Bearing_edge_14_segment_0_interval_0_Visible.1"/>
            <p:cNvSpPr/>
            <p:nvPr/>
          </p:nvSpPr>
          <p:spPr>
            <a:xfrm flipV="1">
              <a:off x="7560000" y="4033712"/>
              <a:ext cx="36" cy="13510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30" name="View.ISO.Edge.Machine.RightModule.Bearing_edge_15_segment_0_interval_0_Visible.1"/>
            <p:cNvSpPr/>
            <p:nvPr/>
          </p:nvSpPr>
          <p:spPr>
            <a:xfrm flipV="1">
              <a:off x="7384500" y="4101262"/>
              <a:ext cx="58500" cy="337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31" name="View.ISO.Edge.Machine.RightModule.Bearing_edge_15_segment_0_interval_1_Visible.1"/>
            <p:cNvSpPr/>
            <p:nvPr/>
          </p:nvSpPr>
          <p:spPr>
            <a:xfrm flipV="1">
              <a:off x="7443000" y="4033712"/>
              <a:ext cx="117000" cy="675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32" name="View.ISO.Edge.Machine.RightModule.Bearing_edge_17_segment_0_interval_0_Visible.1"/>
            <p:cNvSpPr/>
            <p:nvPr/>
          </p:nvSpPr>
          <p:spPr>
            <a:xfrm flipV="1">
              <a:off x="7209000" y="3999937"/>
              <a:ext cx="58500" cy="337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33" name="View.ISO.Edge.Machine.RightModule.Bearing_edge_19_segment_0_interval_0_Visible.1"/>
            <p:cNvSpPr/>
            <p:nvPr/>
          </p:nvSpPr>
          <p:spPr>
            <a:xfrm flipV="1">
              <a:off x="7384500" y="4067487"/>
              <a:ext cx="36" cy="675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34" name="View.ISO.Edge.Machine.RightModule.Bearing_edge_2_segment_0_interval_0_Visible.1"/>
            <p:cNvSpPr/>
            <p:nvPr/>
          </p:nvSpPr>
          <p:spPr>
            <a:xfrm>
              <a:off x="7209000" y="4168812"/>
              <a:ext cx="175500" cy="1013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35" name="View.ISO.Edge.Machine.RightModule.Bearing_edge_20_segment_0_interval_0_Visible.1"/>
            <p:cNvSpPr/>
            <p:nvPr/>
          </p:nvSpPr>
          <p:spPr>
            <a:xfrm flipH="1" flipV="1">
              <a:off x="7501500" y="3999937"/>
              <a:ext cx="58500" cy="337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36" name="View.ISO.Edge.Machine.RightModule.Bearing_edge_3_segment_0_interval_0_Visible.1"/>
            <p:cNvSpPr/>
            <p:nvPr/>
          </p:nvSpPr>
          <p:spPr>
            <a:xfrm flipV="1">
              <a:off x="7384500" y="4168812"/>
              <a:ext cx="175500" cy="1013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37" name="View.ISO.Edge.Machine.RightModule.Bearing_edge_5_segment_0_interval_0_Visible.1"/>
            <p:cNvSpPr/>
            <p:nvPr/>
          </p:nvSpPr>
          <p:spPr>
            <a:xfrm flipH="1" flipV="1">
              <a:off x="7384500" y="3932387"/>
              <a:ext cx="117000" cy="675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38" name="View.ISO.Edge.Machine.RightModule.Bearing_edge_6_segment_0_interval_0_Visible.1"/>
            <p:cNvSpPr/>
            <p:nvPr/>
          </p:nvSpPr>
          <p:spPr>
            <a:xfrm flipV="1">
              <a:off x="7384500" y="3999937"/>
              <a:ext cx="117000" cy="675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39" name="View.ISO.Edge.Machine.RightModule.Bearing_edge_7_segment_0_interval_0_Visible.1"/>
            <p:cNvSpPr/>
            <p:nvPr/>
          </p:nvSpPr>
          <p:spPr>
            <a:xfrm>
              <a:off x="7267500" y="3999937"/>
              <a:ext cx="46800" cy="2702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40" name="View.ISO.Edge.Machine.RightModule.Bearing_edge_7_segment_0_interval_1_Visible.1"/>
            <p:cNvSpPr/>
            <p:nvPr/>
          </p:nvSpPr>
          <p:spPr>
            <a:xfrm>
              <a:off x="7314300" y="4026957"/>
              <a:ext cx="70200" cy="4053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41" name="View.ISO.Edge.Machine.RightModule.Bearing_edge_8_segment_0_interval_0_Visible.1"/>
            <p:cNvSpPr/>
            <p:nvPr/>
          </p:nvSpPr>
          <p:spPr>
            <a:xfrm flipH="1">
              <a:off x="7267500" y="3932387"/>
              <a:ext cx="117000" cy="675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42" name="View.ISO.Edge.Machine.RightModule.Bearing_edge_9_segment_0_interval_0_Visible.1"/>
            <p:cNvSpPr/>
            <p:nvPr/>
          </p:nvSpPr>
          <p:spPr>
            <a:xfrm flipV="1">
              <a:off x="7209000" y="4033712"/>
              <a:ext cx="36" cy="13510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43" name="View.ISO.Edge.Machine.RightModule.Housing_edge_12_segment_0_interval_0_Visible.1"/>
            <p:cNvSpPr/>
            <p:nvPr/>
          </p:nvSpPr>
          <p:spPr>
            <a:xfrm flipV="1">
              <a:off x="6507000" y="3695962"/>
              <a:ext cx="36" cy="3039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44" name="View.ISO.Edge.Machine.RightModule.Housing_edge_13_segment_0_interval_0_Visible.1"/>
            <p:cNvSpPr/>
            <p:nvPr/>
          </p:nvSpPr>
          <p:spPr>
            <a:xfrm>
              <a:off x="5922000" y="3358212"/>
              <a:ext cx="181552" cy="10481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45" name="View.ISO.Edge.Machine.RightModule.Housing_edge_13_segment_0_interval_1_Visible.1"/>
            <p:cNvSpPr/>
            <p:nvPr/>
          </p:nvSpPr>
          <p:spPr>
            <a:xfrm>
              <a:off x="6103552" y="3463031"/>
              <a:ext cx="81698" cy="4716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46" name="View.ISO.Edge.Machine.RightModule.Housing_edge_13_segment_0_interval_2_Visible.1"/>
            <p:cNvSpPr/>
            <p:nvPr/>
          </p:nvSpPr>
          <p:spPr>
            <a:xfrm>
              <a:off x="6185250" y="3510200"/>
              <a:ext cx="263250" cy="15198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47" name="View.ISO.Edge.Machine.RightModule.Housing_edge_13_segment_0_interval_3_Visible.1"/>
            <p:cNvSpPr/>
            <p:nvPr/>
          </p:nvSpPr>
          <p:spPr>
            <a:xfrm>
              <a:off x="6448500" y="3662187"/>
              <a:ext cx="58500" cy="337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48" name="View.ISO.Edge.Machine.RightModule.Housing_edge_14_segment_0_interval_0_Visible.1"/>
            <p:cNvSpPr/>
            <p:nvPr/>
          </p:nvSpPr>
          <p:spPr>
            <a:xfrm flipV="1">
              <a:off x="7092000" y="3358212"/>
              <a:ext cx="36" cy="3039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49" name="View.ISO.Edge.Machine.RightModule.Housing_edge_15_segment_0_interval_0_Visible.1"/>
            <p:cNvSpPr/>
            <p:nvPr/>
          </p:nvSpPr>
          <p:spPr>
            <a:xfrm flipV="1">
              <a:off x="6507000" y="3662187"/>
              <a:ext cx="58500" cy="337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50" name="View.ISO.Edge.Machine.RightModule.Housing_edge_15_segment_0_interval_1_Visible.1"/>
            <p:cNvSpPr/>
            <p:nvPr/>
          </p:nvSpPr>
          <p:spPr>
            <a:xfrm flipV="1">
              <a:off x="6565500" y="3510200"/>
              <a:ext cx="263250" cy="15198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51" name="View.ISO.Edge.Machine.RightModule.Housing_edge_15_segment_0_interval_2_Visible.1"/>
            <p:cNvSpPr/>
            <p:nvPr/>
          </p:nvSpPr>
          <p:spPr>
            <a:xfrm flipV="1">
              <a:off x="6828750" y="3358212"/>
              <a:ext cx="263250" cy="15198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52" name="View.ISO.Edge.Machine.RightModule.Housing_edge_17_segment_0_interval_0_Visible.1"/>
            <p:cNvSpPr/>
            <p:nvPr/>
          </p:nvSpPr>
          <p:spPr>
            <a:xfrm flipV="1">
              <a:off x="5922000" y="3324437"/>
              <a:ext cx="58500" cy="337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53" name="View.ISO.Edge.Machine.RightModule.Housing_edge_19_segment_0_interval_0_Visible.1"/>
            <p:cNvSpPr/>
            <p:nvPr/>
          </p:nvSpPr>
          <p:spPr>
            <a:xfrm flipV="1">
              <a:off x="6507000" y="3662187"/>
              <a:ext cx="36" cy="337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54" name="View.ISO.Edge.Machine.RightModule.Housing_edge_19_segment_0_interval_1_Visible.1"/>
            <p:cNvSpPr/>
            <p:nvPr/>
          </p:nvSpPr>
          <p:spPr>
            <a:xfrm flipV="1">
              <a:off x="6507000" y="3628412"/>
              <a:ext cx="36" cy="337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55" name="View.ISO.Edge.Machine.RightModule.Housing_edge_2_segment_0_interval_0_Visible.1"/>
            <p:cNvSpPr/>
            <p:nvPr/>
          </p:nvSpPr>
          <p:spPr>
            <a:xfrm>
              <a:off x="5922000" y="3662187"/>
              <a:ext cx="585000" cy="3377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56" name="View.ISO.Edge.Machine.RightModule.Housing_edge_20_segment_0_interval_0_Visible.1"/>
            <p:cNvSpPr/>
            <p:nvPr/>
          </p:nvSpPr>
          <p:spPr>
            <a:xfrm flipH="1" flipV="1">
              <a:off x="7033500" y="3324437"/>
              <a:ext cx="58500" cy="337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57" name="View.ISO.Edge.Machine.RightModule.Housing_edge_3_segment_0_interval_0_Visible.1"/>
            <p:cNvSpPr/>
            <p:nvPr/>
          </p:nvSpPr>
          <p:spPr>
            <a:xfrm flipV="1">
              <a:off x="6507000" y="3662187"/>
              <a:ext cx="585000" cy="3377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58" name="View.ISO.Edge.Machine.RightModule.Housing_edge_5_segment_0_interval_0_Visible.1"/>
            <p:cNvSpPr/>
            <p:nvPr/>
          </p:nvSpPr>
          <p:spPr>
            <a:xfrm flipH="1" flipV="1">
              <a:off x="6741000" y="3155563"/>
              <a:ext cx="292500" cy="1688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59" name="View.ISO.Edge.Machine.RightModule.Housing_edge_6_segment_0_interval_0_Visible.1"/>
            <p:cNvSpPr/>
            <p:nvPr/>
          </p:nvSpPr>
          <p:spPr>
            <a:xfrm flipV="1">
              <a:off x="6507000" y="3476425"/>
              <a:ext cx="263250" cy="15198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60" name="View.ISO.Edge.Machine.RightModule.Housing_edge_6_segment_0_interval_1_Visible.1"/>
            <p:cNvSpPr/>
            <p:nvPr/>
          </p:nvSpPr>
          <p:spPr>
            <a:xfrm flipV="1">
              <a:off x="6770250" y="3352072"/>
              <a:ext cx="215386" cy="12435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61" name="View.ISO.Edge.Machine.RightModule.Housing_edge_6_segment_0_interval_2_Visible.1"/>
            <p:cNvSpPr/>
            <p:nvPr/>
          </p:nvSpPr>
          <p:spPr>
            <a:xfrm flipV="1">
              <a:off x="6985636" y="3324437"/>
              <a:ext cx="47864" cy="2763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62" name="View.ISO.Edge.Machine.RightModule.Housing_edge_7_segment_0_interval_0_Visible.1"/>
            <p:cNvSpPr/>
            <p:nvPr/>
          </p:nvSpPr>
          <p:spPr>
            <a:xfrm>
              <a:off x="5980500" y="3324437"/>
              <a:ext cx="163397" cy="9433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63" name="View.ISO.Edge.Machine.RightModule.Housing_edge_7_segment_0_interval_1_Visible.1"/>
            <p:cNvSpPr/>
            <p:nvPr/>
          </p:nvSpPr>
          <p:spPr>
            <a:xfrm>
              <a:off x="6143897" y="3418775"/>
              <a:ext cx="99853" cy="576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64" name="View.ISO.Edge.Machine.RightModule.Housing_edge_7_segment_0_interval_2_Visible.1"/>
            <p:cNvSpPr/>
            <p:nvPr/>
          </p:nvSpPr>
          <p:spPr>
            <a:xfrm>
              <a:off x="6243750" y="3476425"/>
              <a:ext cx="263250" cy="15198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65" name="View.ISO.Edge.Machine.RightModule.Housing_edge_8_segment_0_interval_6_Visible.1"/>
            <p:cNvSpPr/>
            <p:nvPr/>
          </p:nvSpPr>
          <p:spPr>
            <a:xfrm flipH="1">
              <a:off x="5980500" y="3155563"/>
              <a:ext cx="292500" cy="1688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66" name="View.ISO.Edge.Machine.RightModule.Housing_edge_9_segment_0_interval_0_Visible.1"/>
            <p:cNvSpPr/>
            <p:nvPr/>
          </p:nvSpPr>
          <p:spPr>
            <a:xfrm flipV="1">
              <a:off x="5922000" y="3358212"/>
              <a:ext cx="36" cy="3039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67" name="View.ISO.Edge.Machine.RightModule.Shaft_edge_12_segment_0_interval_0_Visible.1"/>
            <p:cNvSpPr/>
            <p:nvPr/>
          </p:nvSpPr>
          <p:spPr>
            <a:xfrm flipV="1">
              <a:off x="6507000" y="3324437"/>
              <a:ext cx="36" cy="13510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68" name="View.ISO.Edge.Machine.RightModule.Shaft_edge_12_segment_0_interval_1_Visible.1"/>
            <p:cNvSpPr/>
            <p:nvPr/>
          </p:nvSpPr>
          <p:spPr>
            <a:xfrm flipV="1">
              <a:off x="6507000" y="3189338"/>
              <a:ext cx="36" cy="13510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69" name="View.ISO.Edge.Machine.RightModule.Shaft_edge_12_segment_0_interval_2_Visible.1"/>
            <p:cNvSpPr/>
            <p:nvPr/>
          </p:nvSpPr>
          <p:spPr>
            <a:xfrm flipV="1">
              <a:off x="6507000" y="3155563"/>
              <a:ext cx="36" cy="337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70" name="View.ISO.Edge.Machine.RightModule.Shaft_edge_13_segment_0_interval_0_Visible.1"/>
            <p:cNvSpPr/>
            <p:nvPr/>
          </p:nvSpPr>
          <p:spPr>
            <a:xfrm>
              <a:off x="6273000" y="3020463"/>
              <a:ext cx="117000" cy="675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71" name="View.ISO.Edge.Machine.RightModule.Shaft_edge_13_segment_0_interval_1_Visible.1"/>
            <p:cNvSpPr/>
            <p:nvPr/>
          </p:nvSpPr>
          <p:spPr>
            <a:xfrm>
              <a:off x="6390000" y="3088013"/>
              <a:ext cx="6882" cy="397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72" name="View.ISO.Edge.Machine.RightModule.Shaft_edge_13_segment_0_interval_2_Visible.1"/>
            <p:cNvSpPr/>
            <p:nvPr/>
          </p:nvSpPr>
          <p:spPr>
            <a:xfrm>
              <a:off x="6396882" y="3091986"/>
              <a:ext cx="29428" cy="1699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73" name="View.ISO.Edge.Machine.RightModule.Shaft_edge_13_segment_0_interval_3_Visible.1"/>
            <p:cNvSpPr/>
            <p:nvPr/>
          </p:nvSpPr>
          <p:spPr>
            <a:xfrm>
              <a:off x="6426310" y="3108976"/>
              <a:ext cx="80690" cy="4658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74" name="View.ISO.Edge.Machine.RightModule.Shaft_edge_14_segment_0_interval_0_Visible.1"/>
            <p:cNvSpPr/>
            <p:nvPr/>
          </p:nvSpPr>
          <p:spPr>
            <a:xfrm flipV="1">
              <a:off x="6741000" y="3155563"/>
              <a:ext cx="36" cy="1688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75" name="View.ISO.Edge.Machine.RightModule.Shaft_edge_14_segment_0_interval_1_Visible.1"/>
            <p:cNvSpPr/>
            <p:nvPr/>
          </p:nvSpPr>
          <p:spPr>
            <a:xfrm flipV="1">
              <a:off x="6741000" y="3020463"/>
              <a:ext cx="36" cy="13510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76" name="View.ISO.Edge.Machine.RightModule.Shaft_edge_15_segment_0_interval_0_Visible.1"/>
            <p:cNvSpPr/>
            <p:nvPr/>
          </p:nvSpPr>
          <p:spPr>
            <a:xfrm flipV="1">
              <a:off x="6507000" y="3088013"/>
              <a:ext cx="117000" cy="675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77" name="View.ISO.Edge.Machine.RightModule.Shaft_edge_15_segment_0_interval_1_Visible.1"/>
            <p:cNvSpPr/>
            <p:nvPr/>
          </p:nvSpPr>
          <p:spPr>
            <a:xfrm flipV="1">
              <a:off x="6624000" y="3020463"/>
              <a:ext cx="117000" cy="675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78" name="View.ISO.Edge.Machine.RightModule.Shaft_edge_17_segment_0_interval_0_Visible.1"/>
            <p:cNvSpPr/>
            <p:nvPr/>
          </p:nvSpPr>
          <p:spPr>
            <a:xfrm flipV="1">
              <a:off x="6273000" y="2986688"/>
              <a:ext cx="58500" cy="337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79" name="View.ISO.Edge.Machine.RightModule.Shaft_edge_19_segment_0_interval_0_Visible.1"/>
            <p:cNvSpPr/>
            <p:nvPr/>
          </p:nvSpPr>
          <p:spPr>
            <a:xfrm flipV="1">
              <a:off x="6507000" y="3088013"/>
              <a:ext cx="36" cy="675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80" name="View.ISO.Edge.Machine.RightModule.Shaft_edge_2_segment_0_interval_0_Visible.1"/>
            <p:cNvSpPr/>
            <p:nvPr/>
          </p:nvSpPr>
          <p:spPr>
            <a:xfrm>
              <a:off x="6273000" y="3324437"/>
              <a:ext cx="117000" cy="675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81" name="View.ISO.Edge.Machine.RightModule.Shaft_edge_2_segment_0_interval_1_Visible.1"/>
            <p:cNvSpPr/>
            <p:nvPr/>
          </p:nvSpPr>
          <p:spPr>
            <a:xfrm>
              <a:off x="6390000" y="3391987"/>
              <a:ext cx="117000" cy="675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82" name="View.ISO.Edge.Machine.RightModule.Shaft_edge_20_segment_0_interval_0_Visible.1"/>
            <p:cNvSpPr/>
            <p:nvPr/>
          </p:nvSpPr>
          <p:spPr>
            <a:xfrm flipH="1" flipV="1">
              <a:off x="6682500" y="2986688"/>
              <a:ext cx="58500" cy="337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83" name="View.ISO.Edge.Machine.RightModule.Shaft_edge_3_segment_0_interval_0_Visible.1"/>
            <p:cNvSpPr/>
            <p:nvPr/>
          </p:nvSpPr>
          <p:spPr>
            <a:xfrm flipV="1">
              <a:off x="6507000" y="3391987"/>
              <a:ext cx="117000" cy="675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84" name="View.ISO.Edge.Machine.RightModule.Shaft_edge_3_segment_0_interval_1_Visible.1"/>
            <p:cNvSpPr/>
            <p:nvPr/>
          </p:nvSpPr>
          <p:spPr>
            <a:xfrm flipV="1">
              <a:off x="6624000" y="3336719"/>
              <a:ext cx="95727" cy="5526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85" name="View.ISO.Edge.Machine.RightModule.Shaft_edge_3_segment_0_interval_2_Visible.1"/>
            <p:cNvSpPr/>
            <p:nvPr/>
          </p:nvSpPr>
          <p:spPr>
            <a:xfrm flipV="1">
              <a:off x="6719727" y="3324437"/>
              <a:ext cx="21273" cy="1228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86" name="View.ISO.Edge.Machine.RightModule.Shaft_edge_5_segment_0_interval_0_Visible.1"/>
            <p:cNvSpPr/>
            <p:nvPr/>
          </p:nvSpPr>
          <p:spPr>
            <a:xfrm flipH="1" flipV="1">
              <a:off x="6507000" y="2885363"/>
              <a:ext cx="175500" cy="1013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87" name="View.ISO.Edge.Machine.RightModule.Shaft_edge_6_segment_0_interval_0_Visible.1"/>
            <p:cNvSpPr/>
            <p:nvPr/>
          </p:nvSpPr>
          <p:spPr>
            <a:xfrm flipV="1">
              <a:off x="6507000" y="3054238"/>
              <a:ext cx="58500" cy="337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88" name="View.ISO.Edge.Machine.RightModule.Shaft_edge_6_segment_0_interval_1_Visible.1"/>
            <p:cNvSpPr/>
            <p:nvPr/>
          </p:nvSpPr>
          <p:spPr>
            <a:xfrm flipV="1">
              <a:off x="6565500" y="2986688"/>
              <a:ext cx="117000" cy="675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89" name="View.ISO.Edge.Machine.RightModule.Shaft_edge_7_segment_0_interval_0_Visible.1"/>
            <p:cNvSpPr/>
            <p:nvPr/>
          </p:nvSpPr>
          <p:spPr>
            <a:xfrm>
              <a:off x="6331500" y="2986688"/>
              <a:ext cx="92912" cy="5364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90" name="View.ISO.Edge.Machine.RightModule.Shaft_edge_7_segment_0_interval_1_Visible.1"/>
            <p:cNvSpPr/>
            <p:nvPr/>
          </p:nvSpPr>
          <p:spPr>
            <a:xfrm>
              <a:off x="6424412" y="3040330"/>
              <a:ext cx="24088" cy="1390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91" name="View.ISO.Edge.Machine.RightModule.Shaft_edge_7_segment_0_interval_2_Visible.1"/>
            <p:cNvSpPr/>
            <p:nvPr/>
          </p:nvSpPr>
          <p:spPr>
            <a:xfrm>
              <a:off x="6448500" y="3054238"/>
              <a:ext cx="18155" cy="1048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92" name="View.ISO.Edge.Machine.RightModule.Shaft_edge_7_segment_0_interval_3_Visible.1"/>
            <p:cNvSpPr/>
            <p:nvPr/>
          </p:nvSpPr>
          <p:spPr>
            <a:xfrm>
              <a:off x="6466655" y="3064719"/>
              <a:ext cx="40345" cy="2329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93" name="View.ISO.Edge.Machine.RightModule.Shaft_edge_8_segment_0_interval_0_Visible.1"/>
            <p:cNvSpPr/>
            <p:nvPr/>
          </p:nvSpPr>
          <p:spPr>
            <a:xfrm flipH="1">
              <a:off x="6331500" y="2885363"/>
              <a:ext cx="175500" cy="1013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94" name="View.ISO.Edge.Machine.RightModule.Shaft_edge_9_segment_0_interval_0_Visible.1"/>
            <p:cNvSpPr/>
            <p:nvPr/>
          </p:nvSpPr>
          <p:spPr>
            <a:xfrm flipV="1">
              <a:off x="6273000" y="3277152"/>
              <a:ext cx="36" cy="4728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95" name="View.ISO.Edge.Machine.RightModule.Shaft_edge_9_segment_0_interval_1_Visible.1"/>
            <p:cNvSpPr/>
            <p:nvPr/>
          </p:nvSpPr>
          <p:spPr>
            <a:xfrm flipV="1">
              <a:off x="6273000" y="3155563"/>
              <a:ext cx="36" cy="12159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96" name="View.ISO.Edge.Machine.RightModule.Shaft_edge_9_segment_0_interval_2_Visible.1"/>
            <p:cNvSpPr/>
            <p:nvPr/>
          </p:nvSpPr>
          <p:spPr>
            <a:xfrm flipV="1">
              <a:off x="6273000" y="3020463"/>
              <a:ext cx="36" cy="13510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97" name="View.ISO.Edge.Machine.RightModule.Spacer_edge_12_segment_0_interval_0_Visible.1"/>
            <p:cNvSpPr/>
            <p:nvPr/>
          </p:nvSpPr>
          <p:spPr>
            <a:xfrm flipV="1">
              <a:off x="7969500" y="4506562"/>
              <a:ext cx="36" cy="1013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98" name="View.ISO.Edge.Machine.RightModule.Spacer_edge_12_segment_0_interval_1_Visible.1"/>
            <p:cNvSpPr/>
            <p:nvPr/>
          </p:nvSpPr>
          <p:spPr>
            <a:xfrm flipV="1">
              <a:off x="7969500" y="4472787"/>
              <a:ext cx="36" cy="337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99" name="View.ISO.Edge.Machine.RightModule.Spacer_edge_13_segment_0_interval_0_Visible.1"/>
            <p:cNvSpPr/>
            <p:nvPr/>
          </p:nvSpPr>
          <p:spPr>
            <a:xfrm>
              <a:off x="7794000" y="4371462"/>
              <a:ext cx="70200" cy="4053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00" name="View.ISO.Edge.Machine.RightModule.Spacer_edge_13_segment_0_interval_1_Visible.1"/>
            <p:cNvSpPr/>
            <p:nvPr/>
          </p:nvSpPr>
          <p:spPr>
            <a:xfrm>
              <a:off x="7864200" y="4411992"/>
              <a:ext cx="46800" cy="2702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01" name="View.ISO.Edge.Machine.RightModule.Spacer_edge_13_segment_0_interval_2_Visible.1"/>
            <p:cNvSpPr/>
            <p:nvPr/>
          </p:nvSpPr>
          <p:spPr>
            <a:xfrm>
              <a:off x="7911000" y="4439012"/>
              <a:ext cx="58500" cy="337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02" name="View.ISO.Edge.Machine.RightModule.Spacer_edge_14_segment_0_interval_0_Visible.1"/>
            <p:cNvSpPr/>
            <p:nvPr/>
          </p:nvSpPr>
          <p:spPr>
            <a:xfrm flipV="1">
              <a:off x="8145000" y="4371462"/>
              <a:ext cx="36" cy="13510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03" name="View.ISO.Edge.Machine.RightModule.Spacer_edge_15_segment_0_interval_0_Visible.1"/>
            <p:cNvSpPr/>
            <p:nvPr/>
          </p:nvSpPr>
          <p:spPr>
            <a:xfrm flipV="1">
              <a:off x="7969500" y="4439012"/>
              <a:ext cx="58500" cy="337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04" name="View.ISO.Edge.Machine.RightModule.Spacer_edge_15_segment_0_interval_1_Visible.1"/>
            <p:cNvSpPr/>
            <p:nvPr/>
          </p:nvSpPr>
          <p:spPr>
            <a:xfrm flipV="1">
              <a:off x="8028000" y="4371462"/>
              <a:ext cx="117000" cy="675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05" name="View.ISO.Edge.Machine.RightModule.Spacer_edge_17_segment_0_interval_0_Visible.1"/>
            <p:cNvSpPr/>
            <p:nvPr/>
          </p:nvSpPr>
          <p:spPr>
            <a:xfrm flipV="1">
              <a:off x="7794000" y="4337687"/>
              <a:ext cx="58500" cy="337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06" name="View.ISO.Edge.Machine.RightModule.Spacer_edge_19_segment_0_interval_0_Visible.1"/>
            <p:cNvSpPr/>
            <p:nvPr/>
          </p:nvSpPr>
          <p:spPr>
            <a:xfrm flipV="1">
              <a:off x="7969500" y="4405237"/>
              <a:ext cx="36" cy="675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07" name="View.ISO.Edge.Machine.RightModule.Spacer_edge_2_segment_0_interval_0_Visible.1"/>
            <p:cNvSpPr/>
            <p:nvPr/>
          </p:nvSpPr>
          <p:spPr>
            <a:xfrm>
              <a:off x="7794000" y="4506562"/>
              <a:ext cx="175500" cy="1013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08" name="View.ISO.Edge.Machine.RightModule.Spacer_edge_20_segment_0_interval_0_Visible.1"/>
            <p:cNvSpPr/>
            <p:nvPr/>
          </p:nvSpPr>
          <p:spPr>
            <a:xfrm flipH="1" flipV="1">
              <a:off x="8086500" y="4337687"/>
              <a:ext cx="58500" cy="337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09" name="View.ISO.Edge.Machine.RightModule.Spacer_edge_3_segment_0_interval_0_Visible.1"/>
            <p:cNvSpPr/>
            <p:nvPr/>
          </p:nvSpPr>
          <p:spPr>
            <a:xfrm flipV="1">
              <a:off x="7969500" y="4506562"/>
              <a:ext cx="175500" cy="1013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10" name="View.ISO.Edge.Machine.RightModule.Spacer_edge_5_segment_0_interval_0_Visible.1"/>
            <p:cNvSpPr/>
            <p:nvPr/>
          </p:nvSpPr>
          <p:spPr>
            <a:xfrm flipH="1" flipV="1">
              <a:off x="7969500" y="4270137"/>
              <a:ext cx="117000" cy="675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11" name="View.ISO.Edge.Machine.RightModule.Spacer_edge_6_segment_0_interval_0_Visible.1"/>
            <p:cNvSpPr/>
            <p:nvPr/>
          </p:nvSpPr>
          <p:spPr>
            <a:xfrm flipV="1">
              <a:off x="7969500" y="4337687"/>
              <a:ext cx="117000" cy="675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12" name="View.ISO.Edge.Machine.RightModule.Spacer_edge_7_segment_0_interval_0_Visible.1"/>
            <p:cNvSpPr/>
            <p:nvPr/>
          </p:nvSpPr>
          <p:spPr>
            <a:xfrm>
              <a:off x="7852500" y="4337687"/>
              <a:ext cx="46800" cy="2702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13" name="View.ISO.Edge.Machine.RightModule.Spacer_edge_7_segment_0_interval_1_Visible.1"/>
            <p:cNvSpPr/>
            <p:nvPr/>
          </p:nvSpPr>
          <p:spPr>
            <a:xfrm>
              <a:off x="7899300" y="4364707"/>
              <a:ext cx="70200" cy="4053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14" name="View.ISO.Edge.Machine.RightModule.Spacer_edge_8_segment_0_interval_0_Visible.1"/>
            <p:cNvSpPr/>
            <p:nvPr/>
          </p:nvSpPr>
          <p:spPr>
            <a:xfrm flipH="1">
              <a:off x="7852500" y="4270137"/>
              <a:ext cx="117000" cy="675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15" name="View.ISO.Edge.Machine.RightModule.Spacer_edge_9_segment_0_interval_0_Visible.1"/>
            <p:cNvSpPr/>
            <p:nvPr/>
          </p:nvSpPr>
          <p:spPr>
            <a:xfrm flipV="1">
              <a:off x="7794000" y="4371462"/>
              <a:ext cx="36" cy="13510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</p:grpSp>
      <p:grpSp>
        <p:nvGrpSpPr>
          <p:cNvPr id="419" name="PMI.annotation_Front_MachineOffset"/>
          <p:cNvGrpSpPr/>
          <p:nvPr/>
        </p:nvGrpSpPr>
        <p:grpSpPr>
          <a:xfrm>
            <a:off x="0" y="0"/>
            <a:ext cx="10692000" cy="7560000"/>
            <a:chOff x="0" y="0"/>
            <a:chExt cx="10692000" cy="7560000"/>
          </a:xfrm>
        </p:grpSpPr>
        <p:sp>
          <p:nvSpPr>
            <p:cNvPr id="417" name="PMI.annotation_Front_MachineOffset.Leader.1"/>
            <p:cNvSpPr/>
            <p:nvPr/>
          </p:nvSpPr>
          <p:spPr>
            <a:xfrm flipV="1">
              <a:off x="2781000" y="1601662"/>
              <a:ext cx="36" cy="1638338"/>
            </a:xfrm>
            <a:prstGeom prst="line">
              <a:avLst/>
            </a:prstGeom>
            <a:ln w="12600">
              <a:solidFill>
                <a:srgbClr val="111111"/>
              </a:solidFill>
              <a:tailEnd type="triangle"/>
            </a:ln>
          </p:spPr>
        </p:sp>
        <p:sp>
          <p:nvSpPr>
            <p:cNvPr id="418" name="PMI.annotation_Front_MachineOffset.Text"/>
            <p:cNvSpPr txBox="1"/>
            <p:nvPr/>
          </p:nvSpPr>
          <p:spPr>
            <a:xfrm>
              <a:off x="2174270" y="1385662"/>
              <a:ext cx="1213459" cy="216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794">
                  <a:latin typeface="Inter"/>
                </a:rPr>
                <a:t>45 mm [44.92, 45.1]</a:t>
              </a:r>
              <a:endParaRPr lang="en-US"/>
            </a:p>
          </p:txBody>
        </p:sp>
      </p:grpSp>
      <p:grpSp>
        <p:nvGrpSpPr>
          <p:cNvPr id="430" name="Metadata.DrawingInfo"/>
          <p:cNvGrpSpPr/>
          <p:nvPr/>
        </p:nvGrpSpPr>
        <p:grpSpPr>
          <a:xfrm>
            <a:off x="0" y="0"/>
            <a:ext cx="10692000" cy="7560000"/>
            <a:chOff x="0" y="0"/>
            <a:chExt cx="10692000" cy="7560000"/>
          </a:xfrm>
        </p:grpSpPr>
        <p:sp>
          <p:nvSpPr>
            <p:cNvPr id="420" name="Metadata.DrawingInfo.Border"/>
            <p:cNvSpPr/>
            <p:nvPr/>
          </p:nvSpPr>
          <p:spPr>
            <a:xfrm>
              <a:off x="6300000" y="6336000"/>
              <a:ext cx="4140000" cy="792000"/>
            </a:xfrm>
            <a:prstGeom prst="rect">
              <a:avLst/>
            </a:prstGeom>
            <a:noFill/>
            <a:ln w="10800">
              <a:solidFill>
                <a:srgbClr val="111111"/>
              </a:solidFill>
            </a:ln>
          </p:spPr>
        </p:sp>
        <p:sp>
          <p:nvSpPr>
            <p:cNvPr id="421" name="Metadata.DrawingInfo.Company"/>
            <p:cNvSpPr txBox="1"/>
            <p:nvPr/>
          </p:nvSpPr>
          <p:spPr>
            <a:xfrm>
              <a:off x="6336000" y="6336000"/>
              <a:ext cx="4068000" cy="8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l"/>
              <a:r>
                <a:rPr lang="en-US" sz="624">
                  <a:latin typeface="Inter"/>
                </a:rPr>
                <a:t>Company: Aster Works</a:t>
              </a:r>
              <a:endParaRPr lang="en-US"/>
            </a:p>
          </p:txBody>
        </p:sp>
        <p:sp>
          <p:nvSpPr>
            <p:cNvPr id="422" name="Metadata.DrawingInfo.Title"/>
            <p:cNvSpPr txBox="1"/>
            <p:nvPr/>
          </p:nvSpPr>
          <p:spPr>
            <a:xfrm>
              <a:off x="6336000" y="6424000"/>
              <a:ext cx="4068000" cy="8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l"/>
              <a:r>
                <a:rPr lang="en-US" sz="624">
                  <a:latin typeface="Inter"/>
                </a:rPr>
                <a:t>Title: Machine Assembly</a:t>
              </a:r>
              <a:endParaRPr lang="en-US"/>
            </a:p>
          </p:txBody>
        </p:sp>
        <p:sp>
          <p:nvSpPr>
            <p:cNvPr id="423" name="Metadata.DrawingInfo.Product"/>
            <p:cNvSpPr txBox="1"/>
            <p:nvPr/>
          </p:nvSpPr>
          <p:spPr>
            <a:xfrm>
              <a:off x="6336000" y="6512000"/>
              <a:ext cx="4068000" cy="8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l"/>
              <a:r>
                <a:rPr lang="en-US" sz="624">
                  <a:latin typeface="Inter"/>
                </a:rPr>
                <a:t>Product: Machine</a:t>
              </a:r>
              <a:endParaRPr lang="en-US"/>
            </a:p>
          </p:txBody>
        </p:sp>
        <p:sp>
          <p:nvSpPr>
            <p:cNvPr id="424" name="Metadata.DrawingInfo.Part"/>
            <p:cNvSpPr txBox="1"/>
            <p:nvPr/>
          </p:nvSpPr>
          <p:spPr>
            <a:xfrm>
              <a:off x="6336000" y="6600000"/>
              <a:ext cx="4068000" cy="8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l"/>
              <a:r>
                <a:rPr lang="en-US" sz="624">
                  <a:latin typeface="Inter"/>
                </a:rPr>
                <a:t>Part: ASM-MACHINE-001</a:t>
              </a:r>
              <a:endParaRPr lang="en-US"/>
            </a:p>
          </p:txBody>
        </p:sp>
        <p:sp>
          <p:nvSpPr>
            <p:cNvPr id="425" name="Metadata.DrawingInfo.Revision"/>
            <p:cNvSpPr txBox="1"/>
            <p:nvPr/>
          </p:nvSpPr>
          <p:spPr>
            <a:xfrm>
              <a:off x="6336000" y="6688000"/>
              <a:ext cx="4068000" cy="8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l"/>
              <a:r>
                <a:rPr lang="en-US" sz="624">
                  <a:latin typeface="Inter"/>
                </a:rPr>
                <a:t>Revision: 1.1.0</a:t>
              </a:r>
              <a:endParaRPr lang="en-US"/>
            </a:p>
          </p:txBody>
        </p:sp>
        <p:sp>
          <p:nvSpPr>
            <p:cNvPr id="426" name="Metadata.DrawingInfo.Author"/>
            <p:cNvSpPr txBox="1"/>
            <p:nvPr/>
          </p:nvSpPr>
          <p:spPr>
            <a:xfrm>
              <a:off x="6336000" y="6776000"/>
              <a:ext cx="4068000" cy="8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l"/>
              <a:r>
                <a:rPr lang="en-US" sz="624">
                  <a:latin typeface="Inter"/>
                </a:rPr>
                <a:t>Author: CODEX</a:t>
              </a:r>
              <a:endParaRPr lang="en-US"/>
            </a:p>
          </p:txBody>
        </p:sp>
        <p:sp>
          <p:nvSpPr>
            <p:cNvPr id="427" name="Metadata.DrawingInfo.Date"/>
            <p:cNvSpPr txBox="1"/>
            <p:nvPr/>
          </p:nvSpPr>
          <p:spPr>
            <a:xfrm>
              <a:off x="6336000" y="6864000"/>
              <a:ext cx="4068000" cy="8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l"/>
              <a:r>
                <a:rPr lang="en-US" sz="624">
                  <a:latin typeface="Inter"/>
                </a:rPr>
                <a:t>Date: 2026-08-10</a:t>
              </a:r>
              <a:endParaRPr lang="en-US"/>
            </a:p>
          </p:txBody>
        </p:sp>
        <p:sp>
          <p:nvSpPr>
            <p:cNvPr id="428" name="Metadata.DrawingInfo.Scale"/>
            <p:cNvSpPr txBox="1"/>
            <p:nvPr/>
          </p:nvSpPr>
          <p:spPr>
            <a:xfrm>
              <a:off x="6336000" y="6952000"/>
              <a:ext cx="4068000" cy="8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l"/>
              <a:r>
                <a:rPr lang="en-US" sz="624">
                  <a:latin typeface="Inter"/>
                </a:rPr>
                <a:t>Scale: MULTIPLE</a:t>
              </a:r>
              <a:endParaRPr lang="en-US"/>
            </a:p>
          </p:txBody>
        </p:sp>
        <p:sp>
          <p:nvSpPr>
            <p:cNvPr id="429" name="Metadata.DrawingInfo.Page"/>
            <p:cNvSpPr txBox="1"/>
            <p:nvPr/>
          </p:nvSpPr>
          <p:spPr>
            <a:xfrm>
              <a:off x="6336000" y="7040000"/>
              <a:ext cx="4068000" cy="8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l"/>
              <a:r>
                <a:rPr lang="en-US" sz="624">
                  <a:latin typeface="Inter"/>
                </a:rPr>
                <a:t>Page: 1/2</a:t>
              </a:r>
              <a:endParaRPr lang="en-US"/>
            </a:p>
          </p:txBody>
        </p:sp>
      </p:grpSp>
      <p:sp>
        <p:nvSpPr>
          <p:cNvPr id="431" name="Note.note_1"/>
          <p:cNvSpPr txBox="1"/>
          <p:nvPr/>
        </p:nvSpPr>
        <p:spPr>
          <a:xfrm>
            <a:off x="360000" y="6444000"/>
            <a:ext cx="6372000" cy="144000"/>
          </a:xfrm>
          <a:prstGeom prst="rect">
            <a:avLst/>
          </a:prstGeom>
          <a:noFill/>
          <a:ln>
            <a:noFill/>
          </a:ln>
        </p:spPr>
        <p:txBody>
          <a:bodyPr wrap="square" lIns="28800" tIns="14400" rIns="28800" bIns="14400"/>
          <a:lstStyle/>
          <a:p>
            <a:pPr algn="l"/>
            <a:r>
              <a:rPr lang="en-US" sz="680">
                <a:latin typeface="Inter"/>
              </a:rPr>
              <a:t>ASSEMBLE TO SEMANTIC MATE INTENT</a:t>
            </a:r>
            <a:endParaRPr lang="en-US"/>
          </a:p>
        </p:txBody>
      </p:sp>
      <p:sp>
        <p:nvSpPr>
          <p:cNvPr id="432" name="Note.note_2"/>
          <p:cNvSpPr txBox="1"/>
          <p:nvPr/>
        </p:nvSpPr>
        <p:spPr>
          <a:xfrm>
            <a:off x="360000" y="6588000"/>
            <a:ext cx="6372000" cy="144000"/>
          </a:xfrm>
          <a:prstGeom prst="rect">
            <a:avLst/>
          </a:prstGeom>
          <a:noFill/>
          <a:ln>
            <a:noFill/>
          </a:ln>
        </p:spPr>
        <p:txBody>
          <a:bodyPr wrap="square" lIns="28800" tIns="14400" rIns="28800" bIns="14400"/>
          <a:lstStyle/>
          <a:p>
            <a:pPr algn="l"/>
            <a:r>
              <a:rPr lang="en-US" sz="680">
                <a:latin typeface="Inter"/>
              </a:rPr>
              <a:t>BOM IS FLATTENED TO LEAF PART OCCURRENCES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lide"/>
        <p:cNvGrpSpPr/>
        <p:nvPr/>
      </p:nvGrpSpPr>
      <p:grpSpPr/>
      <p:grpSp>
        <p:nvGrpSpPr>
          <p:cNvPr id="26" name="Page.2.Zones"/>
          <p:cNvGrpSpPr/>
          <p:nvPr/>
        </p:nvGrpSpPr>
        <p:grpSpPr>
          <a:xfrm>
            <a:off x="0" y="0"/>
            <a:ext cx="10692000" cy="7560000"/>
            <a:chOff x="0" y="0"/>
            <a:chExt cx="10692000" cy="7560000"/>
          </a:xfrm>
        </p:grpSpPr>
        <p:sp>
          <p:nvSpPr>
            <p:cNvPr id="2" name="Zone.Border.Top"/>
            <p:cNvSpPr/>
            <p:nvPr/>
          </p:nvSpPr>
          <p:spPr>
            <a:xfrm>
              <a:off x="180000" y="180000"/>
              <a:ext cx="10332000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" name="Zone.Border.Right"/>
            <p:cNvSpPr/>
            <p:nvPr/>
          </p:nvSpPr>
          <p:spPr>
            <a:xfrm>
              <a:off x="10512000" y="180000"/>
              <a:ext cx="36" cy="720000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" name="Zone.Border.Bottom"/>
            <p:cNvSpPr/>
            <p:nvPr/>
          </p:nvSpPr>
          <p:spPr>
            <a:xfrm flipH="1">
              <a:off x="180000" y="7380000"/>
              <a:ext cx="10332000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" name="Zone.Border.Left"/>
            <p:cNvSpPr/>
            <p:nvPr/>
          </p:nvSpPr>
          <p:spPr>
            <a:xfrm flipV="1">
              <a:off x="180000" y="180000"/>
              <a:ext cx="36" cy="720000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" name="Zone.Column.1.Top"/>
            <p:cNvSpPr txBox="1"/>
            <p:nvPr/>
          </p:nvSpPr>
          <p:spPr>
            <a:xfrm>
              <a:off x="969000" y="3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1</a:t>
              </a:r>
              <a:endParaRPr lang="en-US"/>
            </a:p>
          </p:txBody>
        </p:sp>
        <p:sp>
          <p:nvSpPr>
            <p:cNvPr id="7" name="Zone.Column.1.Bottom"/>
            <p:cNvSpPr txBox="1"/>
            <p:nvPr/>
          </p:nvSpPr>
          <p:spPr>
            <a:xfrm>
              <a:off x="969000" y="741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1</a:t>
              </a:r>
              <a:endParaRPr lang="en-US"/>
            </a:p>
          </p:txBody>
        </p:sp>
        <p:sp>
          <p:nvSpPr>
            <p:cNvPr id="8" name="Zone.Column.2.Top"/>
            <p:cNvSpPr txBox="1"/>
            <p:nvPr/>
          </p:nvSpPr>
          <p:spPr>
            <a:xfrm>
              <a:off x="2691000" y="3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2</a:t>
              </a:r>
              <a:endParaRPr lang="en-US"/>
            </a:p>
          </p:txBody>
        </p:sp>
        <p:sp>
          <p:nvSpPr>
            <p:cNvPr id="9" name="Zone.Column.2.Bottom"/>
            <p:cNvSpPr txBox="1"/>
            <p:nvPr/>
          </p:nvSpPr>
          <p:spPr>
            <a:xfrm>
              <a:off x="2691000" y="741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2</a:t>
              </a:r>
              <a:endParaRPr lang="en-US"/>
            </a:p>
          </p:txBody>
        </p:sp>
        <p:sp>
          <p:nvSpPr>
            <p:cNvPr id="10" name="Zone.Column.3.Top"/>
            <p:cNvSpPr txBox="1"/>
            <p:nvPr/>
          </p:nvSpPr>
          <p:spPr>
            <a:xfrm>
              <a:off x="4413000" y="3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3</a:t>
              </a:r>
              <a:endParaRPr lang="en-US"/>
            </a:p>
          </p:txBody>
        </p:sp>
        <p:sp>
          <p:nvSpPr>
            <p:cNvPr id="11" name="Zone.Column.3.Bottom"/>
            <p:cNvSpPr txBox="1"/>
            <p:nvPr/>
          </p:nvSpPr>
          <p:spPr>
            <a:xfrm>
              <a:off x="4413000" y="741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3</a:t>
              </a:r>
              <a:endParaRPr lang="en-US"/>
            </a:p>
          </p:txBody>
        </p:sp>
        <p:sp>
          <p:nvSpPr>
            <p:cNvPr id="12" name="Zone.Column.4.Top"/>
            <p:cNvSpPr txBox="1"/>
            <p:nvPr/>
          </p:nvSpPr>
          <p:spPr>
            <a:xfrm>
              <a:off x="6135000" y="3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4</a:t>
              </a:r>
              <a:endParaRPr lang="en-US"/>
            </a:p>
          </p:txBody>
        </p:sp>
        <p:sp>
          <p:nvSpPr>
            <p:cNvPr id="13" name="Zone.Column.4.Bottom"/>
            <p:cNvSpPr txBox="1"/>
            <p:nvPr/>
          </p:nvSpPr>
          <p:spPr>
            <a:xfrm>
              <a:off x="6135000" y="741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4</a:t>
              </a:r>
              <a:endParaRPr lang="en-US"/>
            </a:p>
          </p:txBody>
        </p:sp>
        <p:sp>
          <p:nvSpPr>
            <p:cNvPr id="14" name="Zone.Column.5.Top"/>
            <p:cNvSpPr txBox="1"/>
            <p:nvPr/>
          </p:nvSpPr>
          <p:spPr>
            <a:xfrm>
              <a:off x="7857000" y="3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5</a:t>
              </a:r>
              <a:endParaRPr lang="en-US"/>
            </a:p>
          </p:txBody>
        </p:sp>
        <p:sp>
          <p:nvSpPr>
            <p:cNvPr id="15" name="Zone.Column.5.Bottom"/>
            <p:cNvSpPr txBox="1"/>
            <p:nvPr/>
          </p:nvSpPr>
          <p:spPr>
            <a:xfrm>
              <a:off x="7857000" y="741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5</a:t>
              </a:r>
              <a:endParaRPr lang="en-US"/>
            </a:p>
          </p:txBody>
        </p:sp>
        <p:sp>
          <p:nvSpPr>
            <p:cNvPr id="16" name="Zone.Column.6.Top"/>
            <p:cNvSpPr txBox="1"/>
            <p:nvPr/>
          </p:nvSpPr>
          <p:spPr>
            <a:xfrm>
              <a:off x="9579000" y="3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6</a:t>
              </a:r>
              <a:endParaRPr lang="en-US"/>
            </a:p>
          </p:txBody>
        </p:sp>
        <p:sp>
          <p:nvSpPr>
            <p:cNvPr id="17" name="Zone.Column.6.Bottom"/>
            <p:cNvSpPr txBox="1"/>
            <p:nvPr/>
          </p:nvSpPr>
          <p:spPr>
            <a:xfrm>
              <a:off x="9579000" y="741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6</a:t>
              </a:r>
              <a:endParaRPr lang="en-US"/>
            </a:p>
          </p:txBody>
        </p:sp>
        <p:sp>
          <p:nvSpPr>
            <p:cNvPr id="18" name="Zone.Row.A.Left"/>
            <p:cNvSpPr txBox="1"/>
            <p:nvPr/>
          </p:nvSpPr>
          <p:spPr>
            <a:xfrm>
              <a:off x="36000" y="102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A</a:t>
              </a:r>
              <a:endParaRPr lang="en-US"/>
            </a:p>
          </p:txBody>
        </p:sp>
        <p:sp>
          <p:nvSpPr>
            <p:cNvPr id="19" name="Zone.Row.A.Right"/>
            <p:cNvSpPr txBox="1"/>
            <p:nvPr/>
          </p:nvSpPr>
          <p:spPr>
            <a:xfrm>
              <a:off x="10512000" y="102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A</a:t>
              </a:r>
              <a:endParaRPr lang="en-US"/>
            </a:p>
          </p:txBody>
        </p:sp>
        <p:sp>
          <p:nvSpPr>
            <p:cNvPr id="20" name="Zone.Row.B.Left"/>
            <p:cNvSpPr txBox="1"/>
            <p:nvPr/>
          </p:nvSpPr>
          <p:spPr>
            <a:xfrm>
              <a:off x="36000" y="282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B</a:t>
              </a:r>
              <a:endParaRPr lang="en-US"/>
            </a:p>
          </p:txBody>
        </p:sp>
        <p:sp>
          <p:nvSpPr>
            <p:cNvPr id="21" name="Zone.Row.B.Right"/>
            <p:cNvSpPr txBox="1"/>
            <p:nvPr/>
          </p:nvSpPr>
          <p:spPr>
            <a:xfrm>
              <a:off x="10512000" y="282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B</a:t>
              </a:r>
              <a:endParaRPr lang="en-US"/>
            </a:p>
          </p:txBody>
        </p:sp>
        <p:sp>
          <p:nvSpPr>
            <p:cNvPr id="22" name="Zone.Row.C.Left"/>
            <p:cNvSpPr txBox="1"/>
            <p:nvPr/>
          </p:nvSpPr>
          <p:spPr>
            <a:xfrm>
              <a:off x="36000" y="462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C</a:t>
              </a:r>
              <a:endParaRPr lang="en-US"/>
            </a:p>
          </p:txBody>
        </p:sp>
        <p:sp>
          <p:nvSpPr>
            <p:cNvPr id="23" name="Zone.Row.C.Right"/>
            <p:cNvSpPr txBox="1"/>
            <p:nvPr/>
          </p:nvSpPr>
          <p:spPr>
            <a:xfrm>
              <a:off x="10512000" y="462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C</a:t>
              </a:r>
              <a:endParaRPr lang="en-US"/>
            </a:p>
          </p:txBody>
        </p:sp>
        <p:sp>
          <p:nvSpPr>
            <p:cNvPr id="24" name="Zone.Row.D.Left"/>
            <p:cNvSpPr txBox="1"/>
            <p:nvPr/>
          </p:nvSpPr>
          <p:spPr>
            <a:xfrm>
              <a:off x="36000" y="642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D</a:t>
              </a:r>
              <a:endParaRPr lang="en-US"/>
            </a:p>
          </p:txBody>
        </p:sp>
        <p:sp>
          <p:nvSpPr>
            <p:cNvPr id="25" name="Zone.Row.D.Right"/>
            <p:cNvSpPr txBox="1"/>
            <p:nvPr/>
          </p:nvSpPr>
          <p:spPr>
            <a:xfrm>
              <a:off x="10512000" y="642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D</a:t>
              </a:r>
              <a:endParaRPr lang="en-US"/>
            </a:p>
          </p:txBody>
        </p:sp>
      </p:grpSp>
      <p:graphicFrame>
        <p:nvGraphicFramePr>
          <p:cNvPr id="27" name="Table.BOM.BOM"/>
          <p:cNvGraphicFramePr/>
          <p:nvPr/>
        </p:nvGraphicFramePr>
        <p:xfrm>
          <a:off x="360000" y="936000"/>
          <a:ext cx="9972000" cy="1044000"/>
        </p:xfrm>
        <a:graphic>
          <a:graphicData uri="http://schemas.openxmlformats.org/drawingml/2006/table">
            <a:tbl>
              <a:tblPr firstRow="1" bandRow="1"/>
              <a:tblGrid>
                <a:gridCol w="1662000"/>
                <a:gridCol w="1662000"/>
                <a:gridCol w="1662000"/>
                <a:gridCol w="1662000"/>
                <a:gridCol w="1662000"/>
                <a:gridCol w="1662000"/>
              </a:tblGrid>
              <a:tr h="261000">
                <a:tc>
                  <a:txBody>
                    <a:bodyPr/>
                    <a:lstStyle/>
                    <a:p>
                      <a:r>
                        <a:rPr lang="en-US" sz="700" b="1">
                          <a:latin typeface="Inter"/>
                        </a:rPr>
                        <a:t>ITEM</a:t>
                      </a:r>
                      <a:endParaRPr/>
                    </a:p>
                  </a:txBody>
                  <a:tcPr>
                    <a:solidFill>
                      <a:srgbClr val="E4E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1">
                          <a:latin typeface="Inter"/>
                        </a:rPr>
                        <a:t>DEFINITION</a:t>
                      </a:r>
                      <a:endParaRPr/>
                    </a:p>
                  </a:txBody>
                  <a:tcPr>
                    <a:solidFill>
                      <a:srgbClr val="E4E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1">
                          <a:latin typeface="Inter"/>
                        </a:rPr>
                        <a:t>DESCRIPTION</a:t>
                      </a:r>
                      <a:endParaRPr/>
                    </a:p>
                  </a:txBody>
                  <a:tcPr>
                    <a:solidFill>
                      <a:srgbClr val="E4E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1">
                          <a:latin typeface="Inter"/>
                        </a:rPr>
                        <a:t>QTY</a:t>
                      </a:r>
                      <a:endParaRPr/>
                    </a:p>
                  </a:txBody>
                  <a:tcPr>
                    <a:solidFill>
                      <a:srgbClr val="E4E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1">
                          <a:latin typeface="Inter"/>
                        </a:rPr>
                        <a:t>PART NO.</a:t>
                      </a:r>
                      <a:endParaRPr/>
                    </a:p>
                  </a:txBody>
                  <a:tcPr>
                    <a:solidFill>
                      <a:srgbClr val="E4E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1">
                          <a:latin typeface="Inter"/>
                        </a:rPr>
                        <a:t>REV</a:t>
                      </a:r>
                      <a:endParaRPr/>
                    </a:p>
                  </a:txBody>
                  <a:tcPr>
                    <a:solidFill>
                      <a:srgbClr val="E4E8ED"/>
                    </a:solidFill>
                  </a:tcPr>
                </a:tc>
              </a:tr>
              <a:tr h="261000">
                <a:tc>
                  <a:txBody>
                    <a:bodyPr/>
                    <a:lstStyle/>
                    <a:p>
                      <a:r>
                        <a:rPr lang="en-US" sz="700">
                          <a:latin typeface="Inter"/>
                        </a:rPr>
                        <a:t>1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latin typeface="Inter"/>
                        </a:rPr>
                        <a:t>AssemblyBlock&lt;Spec: HousingSpec&gt;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latin typeface="Inter"/>
                        </a:rPr>
                        <a:t>AssemblyBlock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latin typeface="Inter"/>
                        </a:rPr>
                        <a:t>3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latin typeface="Inter"/>
                        </a:rPr>
                        <a:t>-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latin typeface="Inter"/>
                        </a:rPr>
                        <a:t>-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1000">
                <a:tc>
                  <a:txBody>
                    <a:bodyPr/>
                    <a:lstStyle/>
                    <a:p>
                      <a:r>
                        <a:rPr lang="en-US" sz="700">
                          <a:latin typeface="Inter"/>
                        </a:rPr>
                        <a:t>2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latin typeface="Inter"/>
                        </a:rPr>
                        <a:t>AssemblyBlock&lt;Spec: ShaftSpec&gt;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latin typeface="Inter"/>
                        </a:rPr>
                        <a:t>AssemblyBlock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latin typeface="Inter"/>
                        </a:rPr>
                        <a:t>2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latin typeface="Inter"/>
                        </a:rPr>
                        <a:t>-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latin typeface="Inter"/>
                        </a:rPr>
                        <a:t>-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1000">
                <a:tc>
                  <a:txBody>
                    <a:bodyPr/>
                    <a:lstStyle/>
                    <a:p>
                      <a:r>
                        <a:rPr lang="en-US" sz="700">
                          <a:latin typeface="Inter"/>
                        </a:rPr>
                        <a:t>3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latin typeface="Inter"/>
                        </a:rPr>
                        <a:t>AssemblyBlock&lt;Spec: SpacerSpec&gt;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latin typeface="Inter"/>
                        </a:rPr>
                        <a:t>AssemblyBlock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latin typeface="Inter"/>
                        </a:rPr>
                        <a:t>4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latin typeface="Inter"/>
                        </a:rPr>
                        <a:t>-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latin typeface="Inter"/>
                        </a:rPr>
                        <a:t>-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38" name="Metadata.DrawingInfo"/>
          <p:cNvGrpSpPr/>
          <p:nvPr/>
        </p:nvGrpSpPr>
        <p:grpSpPr>
          <a:xfrm>
            <a:off x="0" y="0"/>
            <a:ext cx="10692000" cy="7560000"/>
            <a:chOff x="0" y="0"/>
            <a:chExt cx="10692000" cy="7560000"/>
          </a:xfrm>
        </p:grpSpPr>
        <p:sp>
          <p:nvSpPr>
            <p:cNvPr id="28" name="Metadata.DrawingInfo.Border"/>
            <p:cNvSpPr/>
            <p:nvPr/>
          </p:nvSpPr>
          <p:spPr>
            <a:xfrm>
              <a:off x="6300000" y="6336000"/>
              <a:ext cx="4140000" cy="792000"/>
            </a:xfrm>
            <a:prstGeom prst="rect">
              <a:avLst/>
            </a:prstGeom>
            <a:noFill/>
            <a:ln w="10800">
              <a:solidFill>
                <a:srgbClr val="111111"/>
              </a:solidFill>
            </a:ln>
          </p:spPr>
        </p:sp>
        <p:sp>
          <p:nvSpPr>
            <p:cNvPr id="29" name="Metadata.DrawingInfo.Company"/>
            <p:cNvSpPr txBox="1"/>
            <p:nvPr/>
          </p:nvSpPr>
          <p:spPr>
            <a:xfrm>
              <a:off x="6336000" y="6336000"/>
              <a:ext cx="4068000" cy="8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l"/>
              <a:r>
                <a:rPr lang="en-US" sz="624">
                  <a:latin typeface="Inter"/>
                </a:rPr>
                <a:t>Company: Aster Works</a:t>
              </a:r>
              <a:endParaRPr lang="en-US"/>
            </a:p>
          </p:txBody>
        </p:sp>
        <p:sp>
          <p:nvSpPr>
            <p:cNvPr id="30" name="Metadata.DrawingInfo.Title"/>
            <p:cNvSpPr txBox="1"/>
            <p:nvPr/>
          </p:nvSpPr>
          <p:spPr>
            <a:xfrm>
              <a:off x="6336000" y="6424000"/>
              <a:ext cx="4068000" cy="8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l"/>
              <a:r>
                <a:rPr lang="en-US" sz="624">
                  <a:latin typeface="Inter"/>
                </a:rPr>
                <a:t>Title: Machine Assembly</a:t>
              </a:r>
              <a:endParaRPr lang="en-US"/>
            </a:p>
          </p:txBody>
        </p:sp>
        <p:sp>
          <p:nvSpPr>
            <p:cNvPr id="31" name="Metadata.DrawingInfo.Product"/>
            <p:cNvSpPr txBox="1"/>
            <p:nvPr/>
          </p:nvSpPr>
          <p:spPr>
            <a:xfrm>
              <a:off x="6336000" y="6512000"/>
              <a:ext cx="4068000" cy="8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l"/>
              <a:r>
                <a:rPr lang="en-US" sz="624">
                  <a:latin typeface="Inter"/>
                </a:rPr>
                <a:t>Product: Machine</a:t>
              </a:r>
              <a:endParaRPr lang="en-US"/>
            </a:p>
          </p:txBody>
        </p:sp>
        <p:sp>
          <p:nvSpPr>
            <p:cNvPr id="32" name="Metadata.DrawingInfo.Part"/>
            <p:cNvSpPr txBox="1"/>
            <p:nvPr/>
          </p:nvSpPr>
          <p:spPr>
            <a:xfrm>
              <a:off x="6336000" y="6600000"/>
              <a:ext cx="4068000" cy="8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l"/>
              <a:r>
                <a:rPr lang="en-US" sz="624">
                  <a:latin typeface="Inter"/>
                </a:rPr>
                <a:t>Part: ASM-MACHINE-001</a:t>
              </a:r>
              <a:endParaRPr lang="en-US"/>
            </a:p>
          </p:txBody>
        </p:sp>
        <p:sp>
          <p:nvSpPr>
            <p:cNvPr id="33" name="Metadata.DrawingInfo.Revision"/>
            <p:cNvSpPr txBox="1"/>
            <p:nvPr/>
          </p:nvSpPr>
          <p:spPr>
            <a:xfrm>
              <a:off x="6336000" y="6688000"/>
              <a:ext cx="4068000" cy="8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l"/>
              <a:r>
                <a:rPr lang="en-US" sz="624">
                  <a:latin typeface="Inter"/>
                </a:rPr>
                <a:t>Revision: 1.1.0</a:t>
              </a:r>
              <a:endParaRPr lang="en-US"/>
            </a:p>
          </p:txBody>
        </p:sp>
        <p:sp>
          <p:nvSpPr>
            <p:cNvPr id="34" name="Metadata.DrawingInfo.Author"/>
            <p:cNvSpPr txBox="1"/>
            <p:nvPr/>
          </p:nvSpPr>
          <p:spPr>
            <a:xfrm>
              <a:off x="6336000" y="6776000"/>
              <a:ext cx="4068000" cy="8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l"/>
              <a:r>
                <a:rPr lang="en-US" sz="624">
                  <a:latin typeface="Inter"/>
                </a:rPr>
                <a:t>Author: CODEX</a:t>
              </a:r>
              <a:endParaRPr lang="en-US"/>
            </a:p>
          </p:txBody>
        </p:sp>
        <p:sp>
          <p:nvSpPr>
            <p:cNvPr id="35" name="Metadata.DrawingInfo.Date"/>
            <p:cNvSpPr txBox="1"/>
            <p:nvPr/>
          </p:nvSpPr>
          <p:spPr>
            <a:xfrm>
              <a:off x="6336000" y="6864000"/>
              <a:ext cx="4068000" cy="8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l"/>
              <a:r>
                <a:rPr lang="en-US" sz="624">
                  <a:latin typeface="Inter"/>
                </a:rPr>
                <a:t>Date: 2026-08-10</a:t>
              </a:r>
              <a:endParaRPr lang="en-US"/>
            </a:p>
          </p:txBody>
        </p:sp>
        <p:sp>
          <p:nvSpPr>
            <p:cNvPr id="36" name="Metadata.DrawingInfo.Scale"/>
            <p:cNvSpPr txBox="1"/>
            <p:nvPr/>
          </p:nvSpPr>
          <p:spPr>
            <a:xfrm>
              <a:off x="6336000" y="6952000"/>
              <a:ext cx="4068000" cy="8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l"/>
              <a:r>
                <a:rPr lang="en-US" sz="624">
                  <a:latin typeface="Inter"/>
                </a:rPr>
                <a:t>Scale: MULTIPLE</a:t>
              </a:r>
              <a:endParaRPr lang="en-US"/>
            </a:p>
          </p:txBody>
        </p:sp>
        <p:sp>
          <p:nvSpPr>
            <p:cNvPr id="37" name="Metadata.DrawingInfo.Page"/>
            <p:cNvSpPr txBox="1"/>
            <p:nvPr/>
          </p:nvSpPr>
          <p:spPr>
            <a:xfrm>
              <a:off x="6336000" y="7040000"/>
              <a:ext cx="4068000" cy="8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l"/>
              <a:r>
                <a:rPr lang="en-US" sz="624">
                  <a:latin typeface="Inter"/>
                </a:rPr>
                <a:t>Page: 2/2</a:t>
              </a:r>
              <a:endParaRPr 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Aetheris Inter">
  <a:themeElements>
    <a:clrScheme name="Aetheris">
      <a:dk1>
        <a:srgbClr val="111111"/>
      </a:dk1>
      <a:lt1>
        <a:srgbClr val="FFFFFF"/>
      </a:lt1>
      <a:dk2>
        <a:srgbClr val="333333"/>
      </a:dk2>
      <a:lt2>
        <a:srgbClr val="F7F8FA"/>
      </a:lt2>
      <a:accent1>
        <a:srgbClr val="185FA5"/>
      </a:accent1>
      <a:accent2>
        <a:srgbClr val="FF8A00"/>
      </a:accent2>
      <a:accent3>
        <a:srgbClr val="2E7D32"/>
      </a:accent3>
      <a:accent4>
        <a:srgbClr val="6A1B9A"/>
      </a:accent4>
      <a:accent5>
        <a:srgbClr val="00838F"/>
      </a:accent5>
      <a:accent6>
        <a:srgbClr val="C62828"/>
      </a:accent6>
      <a:hlink>
        <a:srgbClr val="0563C1"/>
      </a:hlink>
      <a:folHlink>
        <a:srgbClr val="954F72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Aetheri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Aetheris</Application>
  <PresentationFormat>Custom</PresentationFormat>
  <Slides>2</Slides>
  <Notes>0</Notes>
  <HiddenSlides>0</HiddenSlides>
  <MMClips>0</MMClips>
  <ScaleCrop>false</ScaleCrop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Machine / Bearing Module Assembly</dc:title>
  <dc:creator>Aetheris</dc:creator>
  <dcterms:created xsi:type="dcterms:W3CDTF">2000-01-01T00:00:00Z</dcterms:created>
  <dcterms:modified xsi:type="dcterms:W3CDTF">2000-01-01T00:00:00Z</dcterms:modified>
</cp:coreProperties>
</file>